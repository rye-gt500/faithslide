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3732" r:id="rId1"/>
    <p:sldMasterId id="2147483744" r:id="rId2"/>
    <p:sldMasterId id="2147483756" r:id="rId3"/>
  </p:sldMasterIdLst>
  <p:notesMasterIdLst>
    <p:notesMasterId r:id="rId58"/>
  </p:notesMasterIdLst>
  <p:sldIdLst>
    <p:sldId id="3146" r:id="rId4"/>
    <p:sldId id="3349" r:id="rId5"/>
    <p:sldId id="3350" r:id="rId6"/>
    <p:sldId id="3351" r:id="rId7"/>
    <p:sldId id="3352" r:id="rId8"/>
    <p:sldId id="3353" r:id="rId9"/>
    <p:sldId id="3354" r:id="rId10"/>
    <p:sldId id="3355" r:id="rId11"/>
    <p:sldId id="3356" r:id="rId12"/>
    <p:sldId id="523" r:id="rId13"/>
    <p:sldId id="979" r:id="rId14"/>
    <p:sldId id="3206" r:id="rId15"/>
    <p:sldId id="3357" r:id="rId16"/>
    <p:sldId id="3358" r:id="rId17"/>
    <p:sldId id="3359" r:id="rId18"/>
    <p:sldId id="3360" r:id="rId19"/>
    <p:sldId id="3361" r:id="rId20"/>
    <p:sldId id="3362" r:id="rId21"/>
    <p:sldId id="3363" r:id="rId22"/>
    <p:sldId id="3364" r:id="rId23"/>
    <p:sldId id="3365" r:id="rId24"/>
    <p:sldId id="3366" r:id="rId25"/>
    <p:sldId id="3367" r:id="rId26"/>
    <p:sldId id="3368" r:id="rId27"/>
    <p:sldId id="3369" r:id="rId28"/>
    <p:sldId id="3370" r:id="rId29"/>
    <p:sldId id="3371" r:id="rId30"/>
    <p:sldId id="3372" r:id="rId31"/>
    <p:sldId id="3373" r:id="rId32"/>
    <p:sldId id="3374" r:id="rId33"/>
    <p:sldId id="3375" r:id="rId34"/>
    <p:sldId id="3376" r:id="rId35"/>
    <p:sldId id="3377" r:id="rId36"/>
    <p:sldId id="3289" r:id="rId37"/>
    <p:sldId id="3378" r:id="rId38"/>
    <p:sldId id="3379" r:id="rId39"/>
    <p:sldId id="3380" r:id="rId40"/>
    <p:sldId id="3381" r:id="rId41"/>
    <p:sldId id="3382" r:id="rId42"/>
    <p:sldId id="3383" r:id="rId43"/>
    <p:sldId id="3323" r:id="rId44"/>
    <p:sldId id="3384" r:id="rId45"/>
    <p:sldId id="3386" r:id="rId46"/>
    <p:sldId id="3387" r:id="rId47"/>
    <p:sldId id="3324" r:id="rId48"/>
    <p:sldId id="3388" r:id="rId49"/>
    <p:sldId id="3389" r:id="rId50"/>
    <p:sldId id="3390" r:id="rId51"/>
    <p:sldId id="3391" r:id="rId52"/>
    <p:sldId id="3392" r:id="rId53"/>
    <p:sldId id="3385" r:id="rId54"/>
    <p:sldId id="3393" r:id="rId55"/>
    <p:sldId id="3394" r:id="rId56"/>
    <p:sldId id="3395" r:id="rId57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5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002060"/>
    <a:srgbClr val="4A235B"/>
    <a:srgbClr val="800000"/>
    <a:srgbClr val="660066"/>
    <a:srgbClr val="794679"/>
    <a:srgbClr val="7E5E96"/>
    <a:srgbClr val="941651"/>
    <a:srgbClr val="465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64422F-5690-A240-896F-FDAD9A5A4FE8}" v="65" dt="2025-07-25T14:41:15.7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7" autoAdjust="0"/>
    <p:restoredTop sz="96291" autoAdjust="0"/>
  </p:normalViewPr>
  <p:slideViewPr>
    <p:cSldViewPr>
      <p:cViewPr varScale="1">
        <p:scale>
          <a:sx n="100" d="100"/>
          <a:sy n="100" d="100"/>
        </p:scale>
        <p:origin x="288" y="264"/>
      </p:cViewPr>
      <p:guideLst>
        <p:guide orient="horz" pos="279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microsoft.com/office/2015/10/relationships/revisionInfo" Target="revisionInfo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佩倫 吳" userId="603067e5563c3615" providerId="LiveId" clId="{A9E96FD8-4127-4B49-9471-90E4E3A96B65}"/>
    <pc:docChg chg="undo custSel addSld delSld modSld">
      <pc:chgData name="佩倫 吳" userId="603067e5563c3615" providerId="LiveId" clId="{A9E96FD8-4127-4B49-9471-90E4E3A96B65}" dt="2024-06-01T03:23:01.174" v="726" actId="179"/>
      <pc:docMkLst>
        <pc:docMk/>
      </pc:docMkLst>
      <pc:sldChg chg="modSp mod">
        <pc:chgData name="佩倫 吳" userId="603067e5563c3615" providerId="LiveId" clId="{A9E96FD8-4127-4B49-9471-90E4E3A96B65}" dt="2024-06-01T02:42:01.873" v="148" actId="20577"/>
        <pc:sldMkLst>
          <pc:docMk/>
          <pc:sldMk cId="1388116533" sldId="523"/>
        </pc:sldMkLst>
      </pc:sldChg>
      <pc:sldChg chg="del">
        <pc:chgData name="佩倫 吳" userId="603067e5563c3615" providerId="LiveId" clId="{A9E96FD8-4127-4B49-9471-90E4E3A96B65}" dt="2024-06-01T02:30:03.431" v="5" actId="2696"/>
        <pc:sldMkLst>
          <pc:docMk/>
          <pc:sldMk cId="3639726654" sldId="2703"/>
        </pc:sldMkLst>
      </pc:sldChg>
      <pc:sldChg chg="del">
        <pc:chgData name="佩倫 吳" userId="603067e5563c3615" providerId="LiveId" clId="{A9E96FD8-4127-4B49-9471-90E4E3A96B65}" dt="2024-06-01T02:30:03.429" v="4" actId="2696"/>
        <pc:sldMkLst>
          <pc:docMk/>
          <pc:sldMk cId="2938637010" sldId="2763"/>
        </pc:sldMkLst>
      </pc:sldChg>
      <pc:sldChg chg="del">
        <pc:chgData name="佩倫 吳" userId="603067e5563c3615" providerId="LiveId" clId="{A9E96FD8-4127-4B49-9471-90E4E3A96B65}" dt="2024-06-01T02:30:03.427" v="3" actId="2696"/>
        <pc:sldMkLst>
          <pc:docMk/>
          <pc:sldMk cId="4167679510" sldId="2764"/>
        </pc:sldMkLst>
      </pc:sldChg>
      <pc:sldChg chg="del">
        <pc:chgData name="佩倫 吳" userId="603067e5563c3615" providerId="LiveId" clId="{A9E96FD8-4127-4B49-9471-90E4E3A96B65}" dt="2024-06-01T02:30:03.425" v="2" actId="2696"/>
        <pc:sldMkLst>
          <pc:docMk/>
          <pc:sldMk cId="2883166377" sldId="2765"/>
        </pc:sldMkLst>
      </pc:sldChg>
      <pc:sldChg chg="del">
        <pc:chgData name="佩倫 吳" userId="603067e5563c3615" providerId="LiveId" clId="{A9E96FD8-4127-4B49-9471-90E4E3A96B65}" dt="2024-06-01T02:30:03.423" v="1" actId="2696"/>
        <pc:sldMkLst>
          <pc:docMk/>
          <pc:sldMk cId="661375552" sldId="2766"/>
        </pc:sldMkLst>
      </pc:sldChg>
      <pc:sldChg chg="del">
        <pc:chgData name="佩倫 吳" userId="603067e5563c3615" providerId="LiveId" clId="{A9E96FD8-4127-4B49-9471-90E4E3A96B65}" dt="2024-06-01T02:30:08.298" v="6" actId="2696"/>
        <pc:sldMkLst>
          <pc:docMk/>
          <pc:sldMk cId="2694299142" sldId="2768"/>
        </pc:sldMkLst>
      </pc:sldChg>
      <pc:sldChg chg="del">
        <pc:chgData name="佩倫 吳" userId="603067e5563c3615" providerId="LiveId" clId="{A9E96FD8-4127-4B49-9471-90E4E3A96B65}" dt="2024-06-01T02:30:08.346" v="21" actId="2696"/>
        <pc:sldMkLst>
          <pc:docMk/>
          <pc:sldMk cId="4051410278" sldId="2769"/>
        </pc:sldMkLst>
      </pc:sldChg>
      <pc:sldChg chg="del">
        <pc:chgData name="佩倫 吳" userId="603067e5563c3615" providerId="LiveId" clId="{A9E96FD8-4127-4B49-9471-90E4E3A96B65}" dt="2024-06-01T02:30:08.318" v="11" actId="2696"/>
        <pc:sldMkLst>
          <pc:docMk/>
          <pc:sldMk cId="2757387774" sldId="2771"/>
        </pc:sldMkLst>
      </pc:sldChg>
      <pc:sldChg chg="del">
        <pc:chgData name="佩倫 吳" userId="603067e5563c3615" providerId="LiveId" clId="{A9E96FD8-4127-4B49-9471-90E4E3A96B65}" dt="2024-06-01T02:30:08.308" v="10" actId="2696"/>
        <pc:sldMkLst>
          <pc:docMk/>
          <pc:sldMk cId="4189852211" sldId="2772"/>
        </pc:sldMkLst>
      </pc:sldChg>
      <pc:sldChg chg="del">
        <pc:chgData name="佩倫 吳" userId="603067e5563c3615" providerId="LiveId" clId="{A9E96FD8-4127-4B49-9471-90E4E3A96B65}" dt="2024-06-01T02:30:08.365" v="27" actId="2696"/>
        <pc:sldMkLst>
          <pc:docMk/>
          <pc:sldMk cId="2184306162" sldId="2774"/>
        </pc:sldMkLst>
      </pc:sldChg>
      <pc:sldChg chg="del">
        <pc:chgData name="佩倫 吳" userId="603067e5563c3615" providerId="LiveId" clId="{A9E96FD8-4127-4B49-9471-90E4E3A96B65}" dt="2024-06-01T02:30:08.320" v="12" actId="2696"/>
        <pc:sldMkLst>
          <pc:docMk/>
          <pc:sldMk cId="3928806909" sldId="2775"/>
        </pc:sldMkLst>
      </pc:sldChg>
      <pc:sldChg chg="del">
        <pc:chgData name="佩倫 吳" userId="603067e5563c3615" providerId="LiveId" clId="{A9E96FD8-4127-4B49-9471-90E4E3A96B65}" dt="2024-06-01T02:30:08.356" v="26" actId="2696"/>
        <pc:sldMkLst>
          <pc:docMk/>
          <pc:sldMk cId="76424289" sldId="2776"/>
        </pc:sldMkLst>
      </pc:sldChg>
      <pc:sldChg chg="del">
        <pc:chgData name="佩倫 吳" userId="603067e5563c3615" providerId="LiveId" clId="{A9E96FD8-4127-4B49-9471-90E4E3A96B65}" dt="2024-06-01T02:30:08.306" v="9" actId="2696"/>
        <pc:sldMkLst>
          <pc:docMk/>
          <pc:sldMk cId="862321743" sldId="2777"/>
        </pc:sldMkLst>
      </pc:sldChg>
      <pc:sldChg chg="del">
        <pc:chgData name="佩倫 吳" userId="603067e5563c3615" providerId="LiveId" clId="{A9E96FD8-4127-4B49-9471-90E4E3A96B65}" dt="2024-06-01T02:30:08.353" v="25" actId="2696"/>
        <pc:sldMkLst>
          <pc:docMk/>
          <pc:sldMk cId="1702805859" sldId="2778"/>
        </pc:sldMkLst>
      </pc:sldChg>
      <pc:sldChg chg="del">
        <pc:chgData name="佩倫 吳" userId="603067e5563c3615" providerId="LiveId" clId="{A9E96FD8-4127-4B49-9471-90E4E3A96B65}" dt="2024-06-01T02:30:08.349" v="23" actId="2696"/>
        <pc:sldMkLst>
          <pc:docMk/>
          <pc:sldMk cId="2867545726" sldId="2779"/>
        </pc:sldMkLst>
      </pc:sldChg>
      <pc:sldChg chg="del">
        <pc:chgData name="佩倫 吳" userId="603067e5563c3615" providerId="LiveId" clId="{A9E96FD8-4127-4B49-9471-90E4E3A96B65}" dt="2024-06-01T02:30:08.351" v="24" actId="2696"/>
        <pc:sldMkLst>
          <pc:docMk/>
          <pc:sldMk cId="904076848" sldId="2780"/>
        </pc:sldMkLst>
      </pc:sldChg>
      <pc:sldChg chg="del">
        <pc:chgData name="佩倫 吳" userId="603067e5563c3615" providerId="LiveId" clId="{A9E96FD8-4127-4B49-9471-90E4E3A96B65}" dt="2024-06-01T02:30:08.334" v="19" actId="2696"/>
        <pc:sldMkLst>
          <pc:docMk/>
          <pc:sldMk cId="1255923256" sldId="2781"/>
        </pc:sldMkLst>
      </pc:sldChg>
      <pc:sldChg chg="del">
        <pc:chgData name="佩倫 吳" userId="603067e5563c3615" providerId="LiveId" clId="{A9E96FD8-4127-4B49-9471-90E4E3A96B65}" dt="2024-06-01T02:30:08.383" v="32" actId="2696"/>
        <pc:sldMkLst>
          <pc:docMk/>
          <pc:sldMk cId="2077381231" sldId="2782"/>
        </pc:sldMkLst>
      </pc:sldChg>
      <pc:sldChg chg="del">
        <pc:chgData name="佩倫 吳" userId="603067e5563c3615" providerId="LiveId" clId="{A9E96FD8-4127-4B49-9471-90E4E3A96B65}" dt="2024-06-01T02:30:08.367" v="28" actId="2696"/>
        <pc:sldMkLst>
          <pc:docMk/>
          <pc:sldMk cId="238640172" sldId="2783"/>
        </pc:sldMkLst>
      </pc:sldChg>
      <pc:sldChg chg="del">
        <pc:chgData name="佩倫 吳" userId="603067e5563c3615" providerId="LiveId" clId="{A9E96FD8-4127-4B49-9471-90E4E3A96B65}" dt="2024-06-01T02:30:08.372" v="30" actId="2696"/>
        <pc:sldMkLst>
          <pc:docMk/>
          <pc:sldMk cId="2207982899" sldId="2784"/>
        </pc:sldMkLst>
      </pc:sldChg>
      <pc:sldChg chg="del">
        <pc:chgData name="佩倫 吳" userId="603067e5563c3615" providerId="LiveId" clId="{A9E96FD8-4127-4B49-9471-90E4E3A96B65}" dt="2024-06-01T02:30:08.347" v="22" actId="2696"/>
        <pc:sldMkLst>
          <pc:docMk/>
          <pc:sldMk cId="2375370731" sldId="2785"/>
        </pc:sldMkLst>
      </pc:sldChg>
      <pc:sldChg chg="del">
        <pc:chgData name="佩倫 吳" userId="603067e5563c3615" providerId="LiveId" clId="{A9E96FD8-4127-4B49-9471-90E4E3A96B65}" dt="2024-06-01T02:30:08.397" v="35" actId="2696"/>
        <pc:sldMkLst>
          <pc:docMk/>
          <pc:sldMk cId="3704267400" sldId="2786"/>
        </pc:sldMkLst>
      </pc:sldChg>
      <pc:sldChg chg="del">
        <pc:chgData name="佩倫 吳" userId="603067e5563c3615" providerId="LiveId" clId="{A9E96FD8-4127-4B49-9471-90E4E3A96B65}" dt="2024-06-01T02:30:08.405" v="36" actId="2696"/>
        <pc:sldMkLst>
          <pc:docMk/>
          <pc:sldMk cId="2128255323" sldId="2787"/>
        </pc:sldMkLst>
      </pc:sldChg>
      <pc:sldChg chg="del">
        <pc:chgData name="佩倫 吳" userId="603067e5563c3615" providerId="LiveId" clId="{A9E96FD8-4127-4B49-9471-90E4E3A96B65}" dt="2024-06-01T02:30:08.387" v="34" actId="2696"/>
        <pc:sldMkLst>
          <pc:docMk/>
          <pc:sldMk cId="3736915214" sldId="2788"/>
        </pc:sldMkLst>
      </pc:sldChg>
      <pc:sldChg chg="del">
        <pc:chgData name="佩倫 吳" userId="603067e5563c3615" providerId="LiveId" clId="{A9E96FD8-4127-4B49-9471-90E4E3A96B65}" dt="2024-06-01T02:30:08.332" v="18" actId="2696"/>
        <pc:sldMkLst>
          <pc:docMk/>
          <pc:sldMk cId="149330842" sldId="2789"/>
        </pc:sldMkLst>
      </pc:sldChg>
      <pc:sldChg chg="del">
        <pc:chgData name="佩倫 吳" userId="603067e5563c3615" providerId="LiveId" clId="{A9E96FD8-4127-4B49-9471-90E4E3A96B65}" dt="2024-06-01T02:30:08.324" v="14" actId="2696"/>
        <pc:sldMkLst>
          <pc:docMk/>
          <pc:sldMk cId="2431374967" sldId="2791"/>
        </pc:sldMkLst>
      </pc:sldChg>
      <pc:sldChg chg="del">
        <pc:chgData name="佩倫 吳" userId="603067e5563c3615" providerId="LiveId" clId="{A9E96FD8-4127-4B49-9471-90E4E3A96B65}" dt="2024-06-01T02:30:08.301" v="7" actId="2696"/>
        <pc:sldMkLst>
          <pc:docMk/>
          <pc:sldMk cId="2566624084" sldId="2792"/>
        </pc:sldMkLst>
      </pc:sldChg>
      <pc:sldChg chg="del">
        <pc:chgData name="佩倫 吳" userId="603067e5563c3615" providerId="LiveId" clId="{A9E96FD8-4127-4B49-9471-90E4E3A96B65}" dt="2024-06-01T02:30:08.304" v="8" actId="2696"/>
        <pc:sldMkLst>
          <pc:docMk/>
          <pc:sldMk cId="1279777220" sldId="2793"/>
        </pc:sldMkLst>
      </pc:sldChg>
      <pc:sldChg chg="del">
        <pc:chgData name="佩倫 吳" userId="603067e5563c3615" providerId="LiveId" clId="{A9E96FD8-4127-4B49-9471-90E4E3A96B65}" dt="2024-06-01T02:30:08.374" v="31" actId="2696"/>
        <pc:sldMkLst>
          <pc:docMk/>
          <pc:sldMk cId="2406020872" sldId="2794"/>
        </pc:sldMkLst>
      </pc:sldChg>
      <pc:sldChg chg="del">
        <pc:chgData name="佩倫 吳" userId="603067e5563c3615" providerId="LiveId" clId="{A9E96FD8-4127-4B49-9471-90E4E3A96B65}" dt="2024-06-01T02:30:08.330" v="17" actId="2696"/>
        <pc:sldMkLst>
          <pc:docMk/>
          <pc:sldMk cId="4161946922" sldId="2795"/>
        </pc:sldMkLst>
      </pc:sldChg>
      <pc:sldChg chg="del">
        <pc:chgData name="佩倫 吳" userId="603067e5563c3615" providerId="LiveId" clId="{A9E96FD8-4127-4B49-9471-90E4E3A96B65}" dt="2024-06-01T02:30:08.415" v="37" actId="2696"/>
        <pc:sldMkLst>
          <pc:docMk/>
          <pc:sldMk cId="3528714067" sldId="2796"/>
        </pc:sldMkLst>
      </pc:sldChg>
      <pc:sldChg chg="del">
        <pc:chgData name="佩倫 吳" userId="603067e5563c3615" providerId="LiveId" clId="{A9E96FD8-4127-4B49-9471-90E4E3A96B65}" dt="2024-06-01T02:30:08.385" v="33" actId="2696"/>
        <pc:sldMkLst>
          <pc:docMk/>
          <pc:sldMk cId="416797465" sldId="2797"/>
        </pc:sldMkLst>
      </pc:sldChg>
      <pc:sldChg chg="del">
        <pc:chgData name="佩倫 吳" userId="603067e5563c3615" providerId="LiveId" clId="{A9E96FD8-4127-4B49-9471-90E4E3A96B65}" dt="2024-06-01T02:30:08.322" v="13" actId="2696"/>
        <pc:sldMkLst>
          <pc:docMk/>
          <pc:sldMk cId="2815923732" sldId="2798"/>
        </pc:sldMkLst>
      </pc:sldChg>
      <pc:sldChg chg="del">
        <pc:chgData name="佩倫 吳" userId="603067e5563c3615" providerId="LiveId" clId="{A9E96FD8-4127-4B49-9471-90E4E3A96B65}" dt="2024-06-01T02:30:08.336" v="20" actId="2696"/>
        <pc:sldMkLst>
          <pc:docMk/>
          <pc:sldMk cId="1273159298" sldId="2799"/>
        </pc:sldMkLst>
      </pc:sldChg>
      <pc:sldChg chg="del">
        <pc:chgData name="佩倫 吳" userId="603067e5563c3615" providerId="LiveId" clId="{A9E96FD8-4127-4B49-9471-90E4E3A96B65}" dt="2024-06-01T02:30:08.326" v="15" actId="2696"/>
        <pc:sldMkLst>
          <pc:docMk/>
          <pc:sldMk cId="2455764745" sldId="2800"/>
        </pc:sldMkLst>
      </pc:sldChg>
      <pc:sldChg chg="del">
        <pc:chgData name="佩倫 吳" userId="603067e5563c3615" providerId="LiveId" clId="{A9E96FD8-4127-4B49-9471-90E4E3A96B65}" dt="2024-06-01T02:30:08.369" v="29" actId="2696"/>
        <pc:sldMkLst>
          <pc:docMk/>
          <pc:sldMk cId="2085213138" sldId="2801"/>
        </pc:sldMkLst>
      </pc:sldChg>
      <pc:sldChg chg="del">
        <pc:chgData name="佩倫 吳" userId="603067e5563c3615" providerId="LiveId" clId="{A9E96FD8-4127-4B49-9471-90E4E3A96B65}" dt="2024-06-01T02:30:08.328" v="16" actId="2696"/>
        <pc:sldMkLst>
          <pc:docMk/>
          <pc:sldMk cId="867916660" sldId="2803"/>
        </pc:sldMkLst>
      </pc:sldChg>
      <pc:sldChg chg="modSp new del mod">
        <pc:chgData name="佩倫 吳" userId="603067e5563c3615" providerId="LiveId" clId="{A9E96FD8-4127-4B49-9471-90E4E3A96B65}" dt="2024-06-01T02:33:10.775" v="46" actId="2696"/>
        <pc:sldMkLst>
          <pc:docMk/>
          <pc:sldMk cId="542278425" sldId="2804"/>
        </pc:sldMkLst>
      </pc:sldChg>
      <pc:sldChg chg="modSp new mod">
        <pc:chgData name="佩倫 吳" userId="603067e5563c3615" providerId="LiveId" clId="{A9E96FD8-4127-4B49-9471-90E4E3A96B65}" dt="2024-06-01T02:42:13.602" v="153" actId="20577"/>
        <pc:sldMkLst>
          <pc:docMk/>
          <pc:sldMk cId="682837910" sldId="2805"/>
        </pc:sldMkLst>
      </pc:sldChg>
      <pc:sldChg chg="new del">
        <pc:chgData name="佩倫 吳" userId="603067e5563c3615" providerId="LiveId" clId="{A9E96FD8-4127-4B49-9471-90E4E3A96B65}" dt="2024-06-01T02:42:40.216" v="163" actId="2696"/>
        <pc:sldMkLst>
          <pc:docMk/>
          <pc:sldMk cId="3431964985" sldId="2806"/>
        </pc:sldMkLst>
      </pc:sldChg>
      <pc:sldChg chg="modSp new mod">
        <pc:chgData name="佩倫 吳" userId="603067e5563c3615" providerId="LiveId" clId="{A9E96FD8-4127-4B49-9471-90E4E3A96B65}" dt="2024-06-01T02:33:35.666" v="72" actId="179"/>
        <pc:sldMkLst>
          <pc:docMk/>
          <pc:sldMk cId="3268458723" sldId="2807"/>
        </pc:sldMkLst>
      </pc:sldChg>
      <pc:sldChg chg="modSp add mod">
        <pc:chgData name="佩倫 吳" userId="603067e5563c3615" providerId="LiveId" clId="{A9E96FD8-4127-4B49-9471-90E4E3A96B65}" dt="2024-06-01T02:40:06.322" v="77" actId="179"/>
        <pc:sldMkLst>
          <pc:docMk/>
          <pc:sldMk cId="3075910061" sldId="2808"/>
        </pc:sldMkLst>
      </pc:sldChg>
      <pc:sldChg chg="modSp add mod">
        <pc:chgData name="佩倫 吳" userId="603067e5563c3615" providerId="LiveId" clId="{A9E96FD8-4127-4B49-9471-90E4E3A96B65}" dt="2024-06-01T02:40:24.896" v="82" actId="179"/>
        <pc:sldMkLst>
          <pc:docMk/>
          <pc:sldMk cId="3904782718" sldId="2809"/>
        </pc:sldMkLst>
      </pc:sldChg>
      <pc:sldChg chg="modSp add mod">
        <pc:chgData name="佩倫 吳" userId="603067e5563c3615" providerId="LiveId" clId="{A9E96FD8-4127-4B49-9471-90E4E3A96B65}" dt="2024-06-01T02:40:38.734" v="89" actId="179"/>
        <pc:sldMkLst>
          <pc:docMk/>
          <pc:sldMk cId="3089758933" sldId="2810"/>
        </pc:sldMkLst>
      </pc:sldChg>
      <pc:sldChg chg="modSp add mod">
        <pc:chgData name="佩倫 吳" userId="603067e5563c3615" providerId="LiveId" clId="{A9E96FD8-4127-4B49-9471-90E4E3A96B65}" dt="2024-06-01T02:40:48.768" v="93" actId="179"/>
        <pc:sldMkLst>
          <pc:docMk/>
          <pc:sldMk cId="2512904349" sldId="2811"/>
        </pc:sldMkLst>
      </pc:sldChg>
      <pc:sldChg chg="modSp add mod">
        <pc:chgData name="佩倫 吳" userId="603067e5563c3615" providerId="LiveId" clId="{A9E96FD8-4127-4B49-9471-90E4E3A96B65}" dt="2024-06-01T02:40:59.943" v="98" actId="179"/>
        <pc:sldMkLst>
          <pc:docMk/>
          <pc:sldMk cId="136995374" sldId="2812"/>
        </pc:sldMkLst>
      </pc:sldChg>
      <pc:sldChg chg="modSp add mod">
        <pc:chgData name="佩倫 吳" userId="603067e5563c3615" providerId="LiveId" clId="{A9E96FD8-4127-4B49-9471-90E4E3A96B65}" dt="2024-06-01T02:41:10.215" v="102" actId="179"/>
        <pc:sldMkLst>
          <pc:docMk/>
          <pc:sldMk cId="3593880830" sldId="2813"/>
        </pc:sldMkLst>
      </pc:sldChg>
      <pc:sldChg chg="modSp add mod">
        <pc:chgData name="佩倫 吳" userId="603067e5563c3615" providerId="LiveId" clId="{A9E96FD8-4127-4B49-9471-90E4E3A96B65}" dt="2024-06-01T02:41:21.719" v="107" actId="179"/>
        <pc:sldMkLst>
          <pc:docMk/>
          <pc:sldMk cId="3604424054" sldId="2814"/>
        </pc:sldMkLst>
      </pc:sldChg>
      <pc:sldChg chg="modSp add mod">
        <pc:chgData name="佩倫 吳" userId="603067e5563c3615" providerId="LiveId" clId="{A9E96FD8-4127-4B49-9471-90E4E3A96B65}" dt="2024-06-01T02:41:31.978" v="112" actId="179"/>
        <pc:sldMkLst>
          <pc:docMk/>
          <pc:sldMk cId="3089822561" sldId="2815"/>
        </pc:sldMkLst>
      </pc:sldChg>
      <pc:sldChg chg="modSp add mod">
        <pc:chgData name="佩倫 吳" userId="603067e5563c3615" providerId="LiveId" clId="{A9E96FD8-4127-4B49-9471-90E4E3A96B65}" dt="2024-06-01T02:41:43.711" v="117" actId="179"/>
        <pc:sldMkLst>
          <pc:docMk/>
          <pc:sldMk cId="1582043290" sldId="2816"/>
        </pc:sldMkLst>
      </pc:sldChg>
      <pc:sldChg chg="modSp add mod">
        <pc:chgData name="佩倫 吳" userId="603067e5563c3615" providerId="LiveId" clId="{A9E96FD8-4127-4B49-9471-90E4E3A96B65}" dt="2024-06-01T02:42:26.119" v="159" actId="20577"/>
        <pc:sldMkLst>
          <pc:docMk/>
          <pc:sldMk cId="2582421779" sldId="2817"/>
        </pc:sldMkLst>
      </pc:sldChg>
      <pc:sldChg chg="modSp add mod">
        <pc:chgData name="佩倫 吳" userId="603067e5563c3615" providerId="LiveId" clId="{A9E96FD8-4127-4B49-9471-90E4E3A96B65}" dt="2024-06-01T02:42:29.542" v="160"/>
        <pc:sldMkLst>
          <pc:docMk/>
          <pc:sldMk cId="627749415" sldId="2818"/>
        </pc:sldMkLst>
      </pc:sldChg>
      <pc:sldChg chg="modSp add mod">
        <pc:chgData name="佩倫 吳" userId="603067e5563c3615" providerId="LiveId" clId="{A9E96FD8-4127-4B49-9471-90E4E3A96B65}" dt="2024-06-01T02:42:33.008" v="161"/>
        <pc:sldMkLst>
          <pc:docMk/>
          <pc:sldMk cId="3794224977" sldId="2819"/>
        </pc:sldMkLst>
      </pc:sldChg>
      <pc:sldChg chg="modSp add mod">
        <pc:chgData name="佩倫 吳" userId="603067e5563c3615" providerId="LiveId" clId="{A9E96FD8-4127-4B49-9471-90E4E3A96B65}" dt="2024-06-01T02:42:42.627" v="168" actId="20577"/>
        <pc:sldMkLst>
          <pc:docMk/>
          <pc:sldMk cId="3565128255" sldId="2820"/>
        </pc:sldMkLst>
      </pc:sldChg>
      <pc:sldChg chg="modSp new mod">
        <pc:chgData name="佩倫 吳" userId="603067e5563c3615" providerId="LiveId" clId="{A9E96FD8-4127-4B49-9471-90E4E3A96B65}" dt="2024-06-01T02:43:20.491" v="215" actId="20577"/>
        <pc:sldMkLst>
          <pc:docMk/>
          <pc:sldMk cId="3117110600" sldId="2821"/>
        </pc:sldMkLst>
      </pc:sldChg>
      <pc:sldChg chg="modSp new mod">
        <pc:chgData name="佩倫 吳" userId="603067e5563c3615" providerId="LiveId" clId="{A9E96FD8-4127-4B49-9471-90E4E3A96B65}" dt="2024-06-01T02:43:37.893" v="223" actId="122"/>
        <pc:sldMkLst>
          <pc:docMk/>
          <pc:sldMk cId="1650604409" sldId="2822"/>
        </pc:sldMkLst>
      </pc:sldChg>
      <pc:sldChg chg="modSp add mod">
        <pc:chgData name="佩倫 吳" userId="603067e5563c3615" providerId="LiveId" clId="{A9E96FD8-4127-4B49-9471-90E4E3A96B65}" dt="2024-06-01T02:43:58.519" v="229" actId="20577"/>
        <pc:sldMkLst>
          <pc:docMk/>
          <pc:sldMk cId="56886457" sldId="2823"/>
        </pc:sldMkLst>
      </pc:sldChg>
      <pc:sldChg chg="modSp add mod">
        <pc:chgData name="佩倫 吳" userId="603067e5563c3615" providerId="LiveId" clId="{A9E96FD8-4127-4B49-9471-90E4E3A96B65}" dt="2024-06-01T02:44:03.203" v="234" actId="20577"/>
        <pc:sldMkLst>
          <pc:docMk/>
          <pc:sldMk cId="3938788715" sldId="2824"/>
        </pc:sldMkLst>
      </pc:sldChg>
      <pc:sldChg chg="modSp add mod">
        <pc:chgData name="佩倫 吳" userId="603067e5563c3615" providerId="LiveId" clId="{A9E96FD8-4127-4B49-9471-90E4E3A96B65}" dt="2024-06-01T02:44:06.102" v="236" actId="20577"/>
        <pc:sldMkLst>
          <pc:docMk/>
          <pc:sldMk cId="2741003356" sldId="2825"/>
        </pc:sldMkLst>
      </pc:sldChg>
      <pc:sldChg chg="modSp add mod">
        <pc:chgData name="佩倫 吳" userId="603067e5563c3615" providerId="LiveId" clId="{A9E96FD8-4127-4B49-9471-90E4E3A96B65}" dt="2024-06-01T02:44:09.986" v="238" actId="20577"/>
        <pc:sldMkLst>
          <pc:docMk/>
          <pc:sldMk cId="1217853629" sldId="2826"/>
        </pc:sldMkLst>
      </pc:sldChg>
      <pc:sldChg chg="modSp new mod">
        <pc:chgData name="佩倫 吳" userId="603067e5563c3615" providerId="LiveId" clId="{A9E96FD8-4127-4B49-9471-90E4E3A96B65}" dt="2024-06-01T02:44:46.370" v="291" actId="179"/>
        <pc:sldMkLst>
          <pc:docMk/>
          <pc:sldMk cId="429940086" sldId="2827"/>
        </pc:sldMkLst>
      </pc:sldChg>
      <pc:sldChg chg="modSp add mod">
        <pc:chgData name="佩倫 吳" userId="603067e5563c3615" providerId="LiveId" clId="{A9E96FD8-4127-4B49-9471-90E4E3A96B65}" dt="2024-06-01T02:44:59.943" v="302" actId="179"/>
        <pc:sldMkLst>
          <pc:docMk/>
          <pc:sldMk cId="172696232" sldId="2828"/>
        </pc:sldMkLst>
      </pc:sldChg>
      <pc:sldChg chg="modSp new mod">
        <pc:chgData name="佩倫 吳" userId="603067e5563c3615" providerId="LiveId" clId="{A9E96FD8-4127-4B49-9471-90E4E3A96B65}" dt="2024-06-01T02:45:27.827" v="349" actId="179"/>
        <pc:sldMkLst>
          <pc:docMk/>
          <pc:sldMk cId="1345104894" sldId="2829"/>
        </pc:sldMkLst>
      </pc:sldChg>
      <pc:sldChg chg="modSp add mod">
        <pc:chgData name="佩倫 吳" userId="603067e5563c3615" providerId="LiveId" clId="{A9E96FD8-4127-4B49-9471-90E4E3A96B65}" dt="2024-06-01T02:45:42.432" v="353"/>
        <pc:sldMkLst>
          <pc:docMk/>
          <pc:sldMk cId="793639737" sldId="2830"/>
        </pc:sldMkLst>
      </pc:sldChg>
      <pc:sldChg chg="add">
        <pc:chgData name="佩倫 吳" userId="603067e5563c3615" providerId="LiveId" clId="{A9E96FD8-4127-4B49-9471-90E4E3A96B65}" dt="2024-06-01T02:45:47.871" v="354"/>
        <pc:sldMkLst>
          <pc:docMk/>
          <pc:sldMk cId="3544350709" sldId="2831"/>
        </pc:sldMkLst>
      </pc:sldChg>
      <pc:sldChg chg="modSp add mod">
        <pc:chgData name="佩倫 吳" userId="603067e5563c3615" providerId="LiveId" clId="{A9E96FD8-4127-4B49-9471-90E4E3A96B65}" dt="2024-06-01T02:46:00.330" v="358"/>
        <pc:sldMkLst>
          <pc:docMk/>
          <pc:sldMk cId="1655574022" sldId="2832"/>
        </pc:sldMkLst>
      </pc:sldChg>
      <pc:sldChg chg="new del">
        <pc:chgData name="佩倫 吳" userId="603067e5563c3615" providerId="LiveId" clId="{A9E96FD8-4127-4B49-9471-90E4E3A96B65}" dt="2024-06-01T02:46:17.625" v="365" actId="2696"/>
        <pc:sldMkLst>
          <pc:docMk/>
          <pc:sldMk cId="2228537569" sldId="2833"/>
        </pc:sldMkLst>
      </pc:sldChg>
      <pc:sldChg chg="add del">
        <pc:chgData name="佩倫 吳" userId="603067e5563c3615" providerId="LiveId" clId="{A9E96FD8-4127-4B49-9471-90E4E3A96B65}" dt="2024-06-01T02:46:11.089" v="360"/>
        <pc:sldMkLst>
          <pc:docMk/>
          <pc:sldMk cId="3496655049" sldId="2833"/>
        </pc:sldMkLst>
      </pc:sldChg>
      <pc:sldChg chg="add del">
        <pc:chgData name="佩倫 吳" userId="603067e5563c3615" providerId="LiveId" clId="{A9E96FD8-4127-4B49-9471-90E4E3A96B65}" dt="2024-06-01T02:46:11.089" v="360"/>
        <pc:sldMkLst>
          <pc:docMk/>
          <pc:sldMk cId="886591781" sldId="2834"/>
        </pc:sldMkLst>
      </pc:sldChg>
      <pc:sldChg chg="add">
        <pc:chgData name="佩倫 吳" userId="603067e5563c3615" providerId="LiveId" clId="{A9E96FD8-4127-4B49-9471-90E4E3A96B65}" dt="2024-06-01T02:46:13.025" v="362"/>
        <pc:sldMkLst>
          <pc:docMk/>
          <pc:sldMk cId="4177886944" sldId="2834"/>
        </pc:sldMkLst>
      </pc:sldChg>
      <pc:sldChg chg="add del">
        <pc:chgData name="佩倫 吳" userId="603067e5563c3615" providerId="LiveId" clId="{A9E96FD8-4127-4B49-9471-90E4E3A96B65}" dt="2024-06-01T02:46:14.944" v="363" actId="2696"/>
        <pc:sldMkLst>
          <pc:docMk/>
          <pc:sldMk cId="768600472" sldId="2835"/>
        </pc:sldMkLst>
      </pc:sldChg>
      <pc:sldChg chg="add">
        <pc:chgData name="佩倫 吳" userId="603067e5563c3615" providerId="LiveId" clId="{A9E96FD8-4127-4B49-9471-90E4E3A96B65}" dt="2024-06-01T02:46:16.661" v="364"/>
        <pc:sldMkLst>
          <pc:docMk/>
          <pc:sldMk cId="3380748134" sldId="2835"/>
        </pc:sldMkLst>
      </pc:sldChg>
      <pc:sldChg chg="addSp delSp modSp new mod">
        <pc:chgData name="佩倫 吳" userId="603067e5563c3615" providerId="LiveId" clId="{A9E96FD8-4127-4B49-9471-90E4E3A96B65}" dt="2024-06-01T03:19:16.651" v="583"/>
        <pc:sldMkLst>
          <pc:docMk/>
          <pc:sldMk cId="2532958843" sldId="2836"/>
        </pc:sldMkLst>
      </pc:sldChg>
      <pc:sldChg chg="modSp new mod">
        <pc:chgData name="佩倫 吳" userId="603067e5563c3615" providerId="LiveId" clId="{A9E96FD8-4127-4B49-9471-90E4E3A96B65}" dt="2024-06-01T02:49:20.732" v="465" actId="179"/>
        <pc:sldMkLst>
          <pc:docMk/>
          <pc:sldMk cId="964019899" sldId="2837"/>
        </pc:sldMkLst>
      </pc:sldChg>
      <pc:sldChg chg="modSp add mod">
        <pc:chgData name="佩倫 吳" userId="603067e5563c3615" providerId="LiveId" clId="{A9E96FD8-4127-4B49-9471-90E4E3A96B65}" dt="2024-06-01T02:46:51.436" v="384"/>
        <pc:sldMkLst>
          <pc:docMk/>
          <pc:sldMk cId="129896157" sldId="2838"/>
        </pc:sldMkLst>
      </pc:sldChg>
      <pc:sldChg chg="modSp add mod">
        <pc:chgData name="佩倫 吳" userId="603067e5563c3615" providerId="LiveId" clId="{A9E96FD8-4127-4B49-9471-90E4E3A96B65}" dt="2024-06-01T02:46:46.409" v="383" actId="20577"/>
        <pc:sldMkLst>
          <pc:docMk/>
          <pc:sldMk cId="3636516071" sldId="2839"/>
        </pc:sldMkLst>
      </pc:sldChg>
      <pc:sldChg chg="modSp new mod">
        <pc:chgData name="佩倫 吳" userId="603067e5563c3615" providerId="LiveId" clId="{A9E96FD8-4127-4B49-9471-90E4E3A96B65}" dt="2024-06-01T02:49:03.622" v="449" actId="179"/>
        <pc:sldMkLst>
          <pc:docMk/>
          <pc:sldMk cId="398626457" sldId="2840"/>
        </pc:sldMkLst>
      </pc:sldChg>
      <pc:sldChg chg="modSp new mod">
        <pc:chgData name="佩倫 吳" userId="603067e5563c3615" providerId="LiveId" clId="{A9E96FD8-4127-4B49-9471-90E4E3A96B65}" dt="2024-06-01T02:49:26.979" v="471" actId="179"/>
        <pc:sldMkLst>
          <pc:docMk/>
          <pc:sldMk cId="820311392" sldId="2841"/>
        </pc:sldMkLst>
      </pc:sldChg>
      <pc:sldChg chg="modSp new mod">
        <pc:chgData name="佩倫 吳" userId="603067e5563c3615" providerId="LiveId" clId="{A9E96FD8-4127-4B49-9471-90E4E3A96B65}" dt="2024-06-01T02:50:27.601" v="531" actId="20577"/>
        <pc:sldMkLst>
          <pc:docMk/>
          <pc:sldMk cId="3203823887" sldId="2842"/>
        </pc:sldMkLst>
      </pc:sldChg>
      <pc:sldChg chg="modSp new mod">
        <pc:chgData name="佩倫 吳" userId="603067e5563c3615" providerId="LiveId" clId="{A9E96FD8-4127-4B49-9471-90E4E3A96B65}" dt="2024-06-01T02:53:17.732" v="578" actId="179"/>
        <pc:sldMkLst>
          <pc:docMk/>
          <pc:sldMk cId="214575175" sldId="2843"/>
        </pc:sldMkLst>
      </pc:sldChg>
      <pc:sldChg chg="modSp new mod">
        <pc:chgData name="佩倫 吳" userId="603067e5563c3615" providerId="LiveId" clId="{A9E96FD8-4127-4B49-9471-90E4E3A96B65}" dt="2024-06-01T03:23:01.174" v="726" actId="179"/>
        <pc:sldMkLst>
          <pc:docMk/>
          <pc:sldMk cId="361906494" sldId="2844"/>
        </pc:sldMkLst>
      </pc:sldChg>
      <pc:sldChg chg="modSp add mod">
        <pc:chgData name="佩倫 吳" userId="603067e5563c3615" providerId="LiveId" clId="{A9E96FD8-4127-4B49-9471-90E4E3A96B65}" dt="2024-06-01T03:19:23.507" v="587" actId="20577"/>
        <pc:sldMkLst>
          <pc:docMk/>
          <pc:sldMk cId="1525641009" sldId="2845"/>
        </pc:sldMkLst>
      </pc:sldChg>
      <pc:sldChg chg="modSp new mod">
        <pc:chgData name="佩倫 吳" userId="603067e5563c3615" providerId="LiveId" clId="{A9E96FD8-4127-4B49-9471-90E4E3A96B65}" dt="2024-06-01T03:22:25.948" v="710" actId="179"/>
        <pc:sldMkLst>
          <pc:docMk/>
          <pc:sldMk cId="2046075804" sldId="2846"/>
        </pc:sldMkLst>
      </pc:sldChg>
      <pc:sldChg chg="modSp add mod">
        <pc:chgData name="佩倫 吳" userId="603067e5563c3615" providerId="LiveId" clId="{A9E96FD8-4127-4B49-9471-90E4E3A96B65}" dt="2024-06-01T03:19:38.777" v="594" actId="20577"/>
        <pc:sldMkLst>
          <pc:docMk/>
          <pc:sldMk cId="2881531842" sldId="2847"/>
        </pc:sldMkLst>
      </pc:sldChg>
      <pc:sldChg chg="modSp add mod">
        <pc:chgData name="佩倫 吳" userId="603067e5563c3615" providerId="LiveId" clId="{A9E96FD8-4127-4B49-9471-90E4E3A96B65}" dt="2024-06-01T03:19:42.513" v="599" actId="20577"/>
        <pc:sldMkLst>
          <pc:docMk/>
          <pc:sldMk cId="2626878329" sldId="2848"/>
        </pc:sldMkLst>
      </pc:sldChg>
      <pc:sldChg chg="modSp new mod">
        <pc:chgData name="佩倫 吳" userId="603067e5563c3615" providerId="LiveId" clId="{A9E96FD8-4127-4B49-9471-90E4E3A96B65}" dt="2024-06-01T03:20:51.808" v="638" actId="179"/>
        <pc:sldMkLst>
          <pc:docMk/>
          <pc:sldMk cId="3129739050" sldId="2849"/>
        </pc:sldMkLst>
      </pc:sldChg>
      <pc:sldChg chg="modSp new mod">
        <pc:chgData name="佩倫 吳" userId="603067e5563c3615" providerId="LiveId" clId="{A9E96FD8-4127-4B49-9471-90E4E3A96B65}" dt="2024-06-01T03:21:23.755" v="687" actId="179"/>
        <pc:sldMkLst>
          <pc:docMk/>
          <pc:sldMk cId="3523876963" sldId="2850"/>
        </pc:sldMkLst>
      </pc:sldChg>
      <pc:sldChg chg="modSp add mod">
        <pc:chgData name="佩倫 吳" userId="603067e5563c3615" providerId="LiveId" clId="{A9E96FD8-4127-4B49-9471-90E4E3A96B65}" dt="2024-06-01T03:21:38.628" v="692" actId="20577"/>
        <pc:sldMkLst>
          <pc:docMk/>
          <pc:sldMk cId="3643669754" sldId="2851"/>
        </pc:sldMkLst>
      </pc:sldChg>
    </pc:docChg>
  </pc:docChgLst>
  <pc:docChgLst>
    <pc:chgData name="佩倫 吳" userId="603067e5563c3615" providerId="LiveId" clId="{F3A6E7CD-2B96-F94C-9642-A2868A33C27F}"/>
    <pc:docChg chg="undo custSel addSld delSld modSld sldOrd">
      <pc:chgData name="佩倫 吳" userId="603067e5563c3615" providerId="LiveId" clId="{F3A6E7CD-2B96-F94C-9642-A2868A33C27F}" dt="2024-11-16T07:03:32.816" v="904" actId="179"/>
      <pc:docMkLst>
        <pc:docMk/>
      </pc:docMkLst>
      <pc:sldChg chg="addSp delSp modSp mod">
        <pc:chgData name="佩倫 吳" userId="603067e5563c3615" providerId="LiveId" clId="{F3A6E7CD-2B96-F94C-9642-A2868A33C27F}" dt="2024-11-16T06:44:53.746" v="74" actId="20577"/>
        <pc:sldMkLst>
          <pc:docMk/>
          <pc:sldMk cId="1388116533" sldId="523"/>
        </pc:sldMkLst>
      </pc:sldChg>
      <pc:sldChg chg="del">
        <pc:chgData name="佩倫 吳" userId="603067e5563c3615" providerId="LiveId" clId="{F3A6E7CD-2B96-F94C-9642-A2868A33C27F}" dt="2024-11-16T06:44:23.045" v="0" actId="2696"/>
        <pc:sldMkLst>
          <pc:docMk/>
          <pc:sldMk cId="892126139" sldId="2852"/>
        </pc:sldMkLst>
      </pc:sldChg>
      <pc:sldChg chg="del">
        <pc:chgData name="佩倫 吳" userId="603067e5563c3615" providerId="LiveId" clId="{F3A6E7CD-2B96-F94C-9642-A2868A33C27F}" dt="2024-11-16T06:44:33.331" v="13" actId="2696"/>
        <pc:sldMkLst>
          <pc:docMk/>
          <pc:sldMk cId="2675613047" sldId="2853"/>
        </pc:sldMkLst>
      </pc:sldChg>
      <pc:sldChg chg="del">
        <pc:chgData name="佩倫 吳" userId="603067e5563c3615" providerId="LiveId" clId="{F3A6E7CD-2B96-F94C-9642-A2868A33C27F}" dt="2024-11-16T06:44:33.383" v="55" actId="2696"/>
        <pc:sldMkLst>
          <pc:docMk/>
          <pc:sldMk cId="1949319624" sldId="2854"/>
        </pc:sldMkLst>
      </pc:sldChg>
      <pc:sldChg chg="del">
        <pc:chgData name="佩倫 吳" userId="603067e5563c3615" providerId="LiveId" clId="{F3A6E7CD-2B96-F94C-9642-A2868A33C27F}" dt="2024-11-16T06:44:33.380" v="50" actId="2696"/>
        <pc:sldMkLst>
          <pc:docMk/>
          <pc:sldMk cId="4056162839" sldId="2855"/>
        </pc:sldMkLst>
      </pc:sldChg>
      <pc:sldChg chg="del">
        <pc:chgData name="佩倫 吳" userId="603067e5563c3615" providerId="LiveId" clId="{F3A6E7CD-2B96-F94C-9642-A2868A33C27F}" dt="2024-11-16T06:44:23.053" v="7" actId="2696"/>
        <pc:sldMkLst>
          <pc:docMk/>
          <pc:sldMk cId="3165224657" sldId="2856"/>
        </pc:sldMkLst>
      </pc:sldChg>
      <pc:sldChg chg="del">
        <pc:chgData name="佩倫 吳" userId="603067e5563c3615" providerId="LiveId" clId="{F3A6E7CD-2B96-F94C-9642-A2868A33C27F}" dt="2024-11-16T06:44:23.046" v="2" actId="2696"/>
        <pc:sldMkLst>
          <pc:docMk/>
          <pc:sldMk cId="705566171" sldId="2857"/>
        </pc:sldMkLst>
      </pc:sldChg>
      <pc:sldChg chg="del">
        <pc:chgData name="佩倫 吳" userId="603067e5563c3615" providerId="LiveId" clId="{F3A6E7CD-2B96-F94C-9642-A2868A33C27F}" dt="2024-11-16T06:44:23.059" v="8" actId="2696"/>
        <pc:sldMkLst>
          <pc:docMk/>
          <pc:sldMk cId="441527203" sldId="2858"/>
        </pc:sldMkLst>
      </pc:sldChg>
      <pc:sldChg chg="del">
        <pc:chgData name="佩倫 吳" userId="603067e5563c3615" providerId="LiveId" clId="{F3A6E7CD-2B96-F94C-9642-A2868A33C27F}" dt="2024-11-16T06:44:23.047" v="4" actId="2696"/>
        <pc:sldMkLst>
          <pc:docMk/>
          <pc:sldMk cId="1085720123" sldId="2859"/>
        </pc:sldMkLst>
      </pc:sldChg>
      <pc:sldChg chg="del">
        <pc:chgData name="佩倫 吳" userId="603067e5563c3615" providerId="LiveId" clId="{F3A6E7CD-2B96-F94C-9642-A2868A33C27F}" dt="2024-11-16T06:44:23.046" v="1" actId="2696"/>
        <pc:sldMkLst>
          <pc:docMk/>
          <pc:sldMk cId="1182025587" sldId="2860"/>
        </pc:sldMkLst>
      </pc:sldChg>
      <pc:sldChg chg="del">
        <pc:chgData name="佩倫 吳" userId="603067e5563c3615" providerId="LiveId" clId="{F3A6E7CD-2B96-F94C-9642-A2868A33C27F}" dt="2024-11-16T06:44:23.047" v="3" actId="2696"/>
        <pc:sldMkLst>
          <pc:docMk/>
          <pc:sldMk cId="172188398" sldId="2861"/>
        </pc:sldMkLst>
      </pc:sldChg>
      <pc:sldChg chg="del">
        <pc:chgData name="佩倫 吳" userId="603067e5563c3615" providerId="LiveId" clId="{F3A6E7CD-2B96-F94C-9642-A2868A33C27F}" dt="2024-11-16T06:44:23.048" v="6" actId="2696"/>
        <pc:sldMkLst>
          <pc:docMk/>
          <pc:sldMk cId="1833466377" sldId="2862"/>
        </pc:sldMkLst>
      </pc:sldChg>
      <pc:sldChg chg="del">
        <pc:chgData name="佩倫 吳" userId="603067e5563c3615" providerId="LiveId" clId="{F3A6E7CD-2B96-F94C-9642-A2868A33C27F}" dt="2024-11-16T06:44:23.048" v="5" actId="2696"/>
        <pc:sldMkLst>
          <pc:docMk/>
          <pc:sldMk cId="290894766" sldId="2863"/>
        </pc:sldMkLst>
      </pc:sldChg>
      <pc:sldChg chg="del">
        <pc:chgData name="佩倫 吳" userId="603067e5563c3615" providerId="LiveId" clId="{F3A6E7CD-2B96-F94C-9642-A2868A33C27F}" dt="2024-11-16T06:44:33.343" v="16" actId="2696"/>
        <pc:sldMkLst>
          <pc:docMk/>
          <pc:sldMk cId="1204340430" sldId="2864"/>
        </pc:sldMkLst>
      </pc:sldChg>
      <pc:sldChg chg="del">
        <pc:chgData name="佩倫 吳" userId="603067e5563c3615" providerId="LiveId" clId="{F3A6E7CD-2B96-F94C-9642-A2868A33C27F}" dt="2024-11-16T06:44:33.358" v="24" actId="2696"/>
        <pc:sldMkLst>
          <pc:docMk/>
          <pc:sldMk cId="2054715182" sldId="2865"/>
        </pc:sldMkLst>
      </pc:sldChg>
      <pc:sldChg chg="del">
        <pc:chgData name="佩倫 吳" userId="603067e5563c3615" providerId="LiveId" clId="{F3A6E7CD-2B96-F94C-9642-A2868A33C27F}" dt="2024-11-16T06:44:33.369" v="31" actId="2696"/>
        <pc:sldMkLst>
          <pc:docMk/>
          <pc:sldMk cId="1501101247" sldId="2866"/>
        </pc:sldMkLst>
      </pc:sldChg>
      <pc:sldChg chg="del">
        <pc:chgData name="佩倫 吳" userId="603067e5563c3615" providerId="LiveId" clId="{F3A6E7CD-2B96-F94C-9642-A2868A33C27F}" dt="2024-11-16T06:44:33.390" v="61" actId="2696"/>
        <pc:sldMkLst>
          <pc:docMk/>
          <pc:sldMk cId="3433620785" sldId="2867"/>
        </pc:sldMkLst>
      </pc:sldChg>
      <pc:sldChg chg="del">
        <pc:chgData name="佩倫 吳" userId="603067e5563c3615" providerId="LiveId" clId="{F3A6E7CD-2B96-F94C-9642-A2868A33C27F}" dt="2024-11-16T06:44:33.379" v="48" actId="2696"/>
        <pc:sldMkLst>
          <pc:docMk/>
          <pc:sldMk cId="517055175" sldId="2868"/>
        </pc:sldMkLst>
      </pc:sldChg>
      <pc:sldChg chg="del">
        <pc:chgData name="佩倫 吳" userId="603067e5563c3615" providerId="LiveId" clId="{F3A6E7CD-2B96-F94C-9642-A2868A33C27F}" dt="2024-11-16T06:44:33.350" v="23" actId="2696"/>
        <pc:sldMkLst>
          <pc:docMk/>
          <pc:sldMk cId="2517042561" sldId="2869"/>
        </pc:sldMkLst>
      </pc:sldChg>
      <pc:sldChg chg="del">
        <pc:chgData name="佩倫 吳" userId="603067e5563c3615" providerId="LiveId" clId="{F3A6E7CD-2B96-F94C-9642-A2868A33C27F}" dt="2024-11-16T06:44:33.345" v="17" actId="2696"/>
        <pc:sldMkLst>
          <pc:docMk/>
          <pc:sldMk cId="1357061201" sldId="2870"/>
        </pc:sldMkLst>
      </pc:sldChg>
      <pc:sldChg chg="del">
        <pc:chgData name="佩倫 吳" userId="603067e5563c3615" providerId="LiveId" clId="{F3A6E7CD-2B96-F94C-9642-A2868A33C27F}" dt="2024-11-16T06:44:33.382" v="52" actId="2696"/>
        <pc:sldMkLst>
          <pc:docMk/>
          <pc:sldMk cId="3304402729" sldId="2871"/>
        </pc:sldMkLst>
      </pc:sldChg>
      <pc:sldChg chg="del">
        <pc:chgData name="佩倫 吳" userId="603067e5563c3615" providerId="LiveId" clId="{F3A6E7CD-2B96-F94C-9642-A2868A33C27F}" dt="2024-11-16T06:44:33.376" v="41" actId="2696"/>
        <pc:sldMkLst>
          <pc:docMk/>
          <pc:sldMk cId="3230156555" sldId="2872"/>
        </pc:sldMkLst>
      </pc:sldChg>
      <pc:sldChg chg="del">
        <pc:chgData name="佩倫 吳" userId="603067e5563c3615" providerId="LiveId" clId="{F3A6E7CD-2B96-F94C-9642-A2868A33C27F}" dt="2024-11-16T06:44:33.385" v="59" actId="2696"/>
        <pc:sldMkLst>
          <pc:docMk/>
          <pc:sldMk cId="2677822901" sldId="2873"/>
        </pc:sldMkLst>
      </pc:sldChg>
      <pc:sldChg chg="del">
        <pc:chgData name="佩倫 吳" userId="603067e5563c3615" providerId="LiveId" clId="{F3A6E7CD-2B96-F94C-9642-A2868A33C27F}" dt="2024-11-16T06:44:33.349" v="21" actId="2696"/>
        <pc:sldMkLst>
          <pc:docMk/>
          <pc:sldMk cId="820546796" sldId="2874"/>
        </pc:sldMkLst>
      </pc:sldChg>
      <pc:sldChg chg="del">
        <pc:chgData name="佩倫 吳" userId="603067e5563c3615" providerId="LiveId" clId="{F3A6E7CD-2B96-F94C-9642-A2868A33C27F}" dt="2024-11-16T06:44:33.385" v="60" actId="2696"/>
        <pc:sldMkLst>
          <pc:docMk/>
          <pc:sldMk cId="4240437508" sldId="2875"/>
        </pc:sldMkLst>
      </pc:sldChg>
      <pc:sldChg chg="del">
        <pc:chgData name="佩倫 吳" userId="603067e5563c3615" providerId="LiveId" clId="{F3A6E7CD-2B96-F94C-9642-A2868A33C27F}" dt="2024-11-16T06:44:33.360" v="26" actId="2696"/>
        <pc:sldMkLst>
          <pc:docMk/>
          <pc:sldMk cId="2621212586" sldId="2876"/>
        </pc:sldMkLst>
      </pc:sldChg>
      <pc:sldChg chg="del">
        <pc:chgData name="佩倫 吳" userId="603067e5563c3615" providerId="LiveId" clId="{F3A6E7CD-2B96-F94C-9642-A2868A33C27F}" dt="2024-11-16T06:44:33.373" v="36" actId="2696"/>
        <pc:sldMkLst>
          <pc:docMk/>
          <pc:sldMk cId="913185945" sldId="2877"/>
        </pc:sldMkLst>
      </pc:sldChg>
      <pc:sldChg chg="del">
        <pc:chgData name="佩倫 吳" userId="603067e5563c3615" providerId="LiveId" clId="{F3A6E7CD-2B96-F94C-9642-A2868A33C27F}" dt="2024-11-16T06:44:33.361" v="28" actId="2696"/>
        <pc:sldMkLst>
          <pc:docMk/>
          <pc:sldMk cId="3147045279" sldId="2878"/>
        </pc:sldMkLst>
      </pc:sldChg>
      <pc:sldChg chg="del">
        <pc:chgData name="佩倫 吳" userId="603067e5563c3615" providerId="LiveId" clId="{F3A6E7CD-2B96-F94C-9642-A2868A33C27F}" dt="2024-11-16T06:44:33.349" v="22" actId="2696"/>
        <pc:sldMkLst>
          <pc:docMk/>
          <pc:sldMk cId="2986353847" sldId="2879"/>
        </pc:sldMkLst>
      </pc:sldChg>
      <pc:sldChg chg="del">
        <pc:chgData name="佩倫 吳" userId="603067e5563c3615" providerId="LiveId" clId="{F3A6E7CD-2B96-F94C-9642-A2868A33C27F}" dt="2024-11-16T06:44:33.360" v="27" actId="2696"/>
        <pc:sldMkLst>
          <pc:docMk/>
          <pc:sldMk cId="4258463789" sldId="2880"/>
        </pc:sldMkLst>
      </pc:sldChg>
      <pc:sldChg chg="del">
        <pc:chgData name="佩倫 吳" userId="603067e5563c3615" providerId="LiveId" clId="{F3A6E7CD-2B96-F94C-9642-A2868A33C27F}" dt="2024-11-16T06:44:33.382" v="53" actId="2696"/>
        <pc:sldMkLst>
          <pc:docMk/>
          <pc:sldMk cId="1747534382" sldId="2881"/>
        </pc:sldMkLst>
      </pc:sldChg>
      <pc:sldChg chg="del">
        <pc:chgData name="佩倫 吳" userId="603067e5563c3615" providerId="LiveId" clId="{F3A6E7CD-2B96-F94C-9642-A2868A33C27F}" dt="2024-11-16T06:44:33.363" v="30" actId="2696"/>
        <pc:sldMkLst>
          <pc:docMk/>
          <pc:sldMk cId="3914419158" sldId="2882"/>
        </pc:sldMkLst>
      </pc:sldChg>
      <pc:sldChg chg="del">
        <pc:chgData name="佩倫 吳" userId="603067e5563c3615" providerId="LiveId" clId="{F3A6E7CD-2B96-F94C-9642-A2868A33C27F}" dt="2024-11-16T06:44:33.370" v="32" actId="2696"/>
        <pc:sldMkLst>
          <pc:docMk/>
          <pc:sldMk cId="2312056500" sldId="2883"/>
        </pc:sldMkLst>
      </pc:sldChg>
      <pc:sldChg chg="del">
        <pc:chgData name="佩倫 吳" userId="603067e5563c3615" providerId="LiveId" clId="{F3A6E7CD-2B96-F94C-9642-A2868A33C27F}" dt="2024-11-16T06:44:33.373" v="37" actId="2696"/>
        <pc:sldMkLst>
          <pc:docMk/>
          <pc:sldMk cId="1074651989" sldId="2884"/>
        </pc:sldMkLst>
      </pc:sldChg>
      <pc:sldChg chg="del">
        <pc:chgData name="佩倫 吳" userId="603067e5563c3615" providerId="LiveId" clId="{F3A6E7CD-2B96-F94C-9642-A2868A33C27F}" dt="2024-11-16T06:44:33.348" v="20" actId="2696"/>
        <pc:sldMkLst>
          <pc:docMk/>
          <pc:sldMk cId="1183771310" sldId="2886"/>
        </pc:sldMkLst>
      </pc:sldChg>
      <pc:sldChg chg="del">
        <pc:chgData name="佩倫 吳" userId="603067e5563c3615" providerId="LiveId" clId="{F3A6E7CD-2B96-F94C-9642-A2868A33C27F}" dt="2024-11-16T06:44:33.347" v="19" actId="2696"/>
        <pc:sldMkLst>
          <pc:docMk/>
          <pc:sldMk cId="3812221841" sldId="2887"/>
        </pc:sldMkLst>
      </pc:sldChg>
      <pc:sldChg chg="del">
        <pc:chgData name="佩倫 吳" userId="603067e5563c3615" providerId="LiveId" clId="{F3A6E7CD-2B96-F94C-9642-A2868A33C27F}" dt="2024-11-16T06:44:33.381" v="51" actId="2696"/>
        <pc:sldMkLst>
          <pc:docMk/>
          <pc:sldMk cId="3926976718" sldId="2888"/>
        </pc:sldMkLst>
      </pc:sldChg>
      <pc:sldChg chg="del">
        <pc:chgData name="佩倫 吳" userId="603067e5563c3615" providerId="LiveId" clId="{F3A6E7CD-2B96-F94C-9642-A2868A33C27F}" dt="2024-11-16T06:44:33.371" v="34" actId="2696"/>
        <pc:sldMkLst>
          <pc:docMk/>
          <pc:sldMk cId="1077604603" sldId="2890"/>
        </pc:sldMkLst>
      </pc:sldChg>
      <pc:sldChg chg="del">
        <pc:chgData name="佩倫 吳" userId="603067e5563c3615" providerId="LiveId" clId="{F3A6E7CD-2B96-F94C-9642-A2868A33C27F}" dt="2024-11-16T06:44:33.371" v="33" actId="2696"/>
        <pc:sldMkLst>
          <pc:docMk/>
          <pc:sldMk cId="472695974" sldId="2891"/>
        </pc:sldMkLst>
      </pc:sldChg>
      <pc:sldChg chg="del">
        <pc:chgData name="佩倫 吳" userId="603067e5563c3615" providerId="LiveId" clId="{F3A6E7CD-2B96-F94C-9642-A2868A33C27F}" dt="2024-11-16T06:44:33.372" v="35" actId="2696"/>
        <pc:sldMkLst>
          <pc:docMk/>
          <pc:sldMk cId="2886133838" sldId="2892"/>
        </pc:sldMkLst>
      </pc:sldChg>
      <pc:sldChg chg="del">
        <pc:chgData name="佩倫 吳" userId="603067e5563c3615" providerId="LiveId" clId="{F3A6E7CD-2B96-F94C-9642-A2868A33C27F}" dt="2024-11-16T06:44:33.362" v="29" actId="2696"/>
        <pc:sldMkLst>
          <pc:docMk/>
          <pc:sldMk cId="128591765" sldId="2893"/>
        </pc:sldMkLst>
      </pc:sldChg>
      <pc:sldChg chg="del">
        <pc:chgData name="佩倫 吳" userId="603067e5563c3615" providerId="LiveId" clId="{F3A6E7CD-2B96-F94C-9642-A2868A33C27F}" dt="2024-11-16T06:44:33.379" v="47" actId="2696"/>
        <pc:sldMkLst>
          <pc:docMk/>
          <pc:sldMk cId="2708239962" sldId="2894"/>
        </pc:sldMkLst>
      </pc:sldChg>
      <pc:sldChg chg="del">
        <pc:chgData name="佩倫 吳" userId="603067e5563c3615" providerId="LiveId" clId="{F3A6E7CD-2B96-F94C-9642-A2868A33C27F}" dt="2024-11-16T06:44:33.383" v="54" actId="2696"/>
        <pc:sldMkLst>
          <pc:docMk/>
          <pc:sldMk cId="3138869389" sldId="2895"/>
        </pc:sldMkLst>
      </pc:sldChg>
      <pc:sldChg chg="del">
        <pc:chgData name="佩倫 吳" userId="603067e5563c3615" providerId="LiveId" clId="{F3A6E7CD-2B96-F94C-9642-A2868A33C27F}" dt="2024-11-16T06:44:33.377" v="43" actId="2696"/>
        <pc:sldMkLst>
          <pc:docMk/>
          <pc:sldMk cId="2705547921" sldId="2896"/>
        </pc:sldMkLst>
      </pc:sldChg>
      <pc:sldChg chg="del">
        <pc:chgData name="佩倫 吳" userId="603067e5563c3615" providerId="LiveId" clId="{F3A6E7CD-2B96-F94C-9642-A2868A33C27F}" dt="2024-11-16T06:44:33.375" v="40" actId="2696"/>
        <pc:sldMkLst>
          <pc:docMk/>
          <pc:sldMk cId="3928686778" sldId="2898"/>
        </pc:sldMkLst>
      </pc:sldChg>
      <pc:sldChg chg="del">
        <pc:chgData name="佩倫 吳" userId="603067e5563c3615" providerId="LiveId" clId="{F3A6E7CD-2B96-F94C-9642-A2868A33C27F}" dt="2024-11-16T06:44:33.377" v="44" actId="2696"/>
        <pc:sldMkLst>
          <pc:docMk/>
          <pc:sldMk cId="3777084557" sldId="2899"/>
        </pc:sldMkLst>
      </pc:sldChg>
      <pc:sldChg chg="del">
        <pc:chgData name="佩倫 吳" userId="603067e5563c3615" providerId="LiveId" clId="{F3A6E7CD-2B96-F94C-9642-A2868A33C27F}" dt="2024-11-16T06:44:33.333" v="14" actId="2696"/>
        <pc:sldMkLst>
          <pc:docMk/>
          <pc:sldMk cId="523443399" sldId="2900"/>
        </pc:sldMkLst>
      </pc:sldChg>
      <pc:sldChg chg="del">
        <pc:chgData name="佩倫 吳" userId="603067e5563c3615" providerId="LiveId" clId="{F3A6E7CD-2B96-F94C-9642-A2868A33C27F}" dt="2024-11-16T06:44:33.375" v="39" actId="2696"/>
        <pc:sldMkLst>
          <pc:docMk/>
          <pc:sldMk cId="3001894093" sldId="2901"/>
        </pc:sldMkLst>
      </pc:sldChg>
      <pc:sldChg chg="del">
        <pc:chgData name="佩倫 吳" userId="603067e5563c3615" providerId="LiveId" clId="{F3A6E7CD-2B96-F94C-9642-A2868A33C27F}" dt="2024-11-16T06:44:33.335" v="15" actId="2696"/>
        <pc:sldMkLst>
          <pc:docMk/>
          <pc:sldMk cId="609964492" sldId="2902"/>
        </pc:sldMkLst>
      </pc:sldChg>
      <pc:sldChg chg="del">
        <pc:chgData name="佩倫 吳" userId="603067e5563c3615" providerId="LiveId" clId="{F3A6E7CD-2B96-F94C-9642-A2868A33C27F}" dt="2024-11-16T06:44:33.374" v="38" actId="2696"/>
        <pc:sldMkLst>
          <pc:docMk/>
          <pc:sldMk cId="2152952449" sldId="2903"/>
        </pc:sldMkLst>
      </pc:sldChg>
      <pc:sldChg chg="del">
        <pc:chgData name="佩倫 吳" userId="603067e5563c3615" providerId="LiveId" clId="{F3A6E7CD-2B96-F94C-9642-A2868A33C27F}" dt="2024-11-16T06:44:33.378" v="45" actId="2696"/>
        <pc:sldMkLst>
          <pc:docMk/>
          <pc:sldMk cId="760676295" sldId="2904"/>
        </pc:sldMkLst>
      </pc:sldChg>
      <pc:sldChg chg="del">
        <pc:chgData name="佩倫 吳" userId="603067e5563c3615" providerId="LiveId" clId="{F3A6E7CD-2B96-F94C-9642-A2868A33C27F}" dt="2024-11-16T06:44:33.359" v="25" actId="2696"/>
        <pc:sldMkLst>
          <pc:docMk/>
          <pc:sldMk cId="1407777101" sldId="2905"/>
        </pc:sldMkLst>
      </pc:sldChg>
      <pc:sldChg chg="del">
        <pc:chgData name="佩倫 吳" userId="603067e5563c3615" providerId="LiveId" clId="{F3A6E7CD-2B96-F94C-9642-A2868A33C27F}" dt="2024-11-16T06:44:33.376" v="42" actId="2696"/>
        <pc:sldMkLst>
          <pc:docMk/>
          <pc:sldMk cId="543623120" sldId="2906"/>
        </pc:sldMkLst>
      </pc:sldChg>
      <pc:sldChg chg="del">
        <pc:chgData name="佩倫 吳" userId="603067e5563c3615" providerId="LiveId" clId="{F3A6E7CD-2B96-F94C-9642-A2868A33C27F}" dt="2024-11-16T06:44:33.378" v="46" actId="2696"/>
        <pc:sldMkLst>
          <pc:docMk/>
          <pc:sldMk cId="1637987204" sldId="2907"/>
        </pc:sldMkLst>
      </pc:sldChg>
      <pc:sldChg chg="del">
        <pc:chgData name="佩倫 吳" userId="603067e5563c3615" providerId="LiveId" clId="{F3A6E7CD-2B96-F94C-9642-A2868A33C27F}" dt="2024-11-16T06:44:33.384" v="57" actId="2696"/>
        <pc:sldMkLst>
          <pc:docMk/>
          <pc:sldMk cId="1831601948" sldId="2909"/>
        </pc:sldMkLst>
      </pc:sldChg>
      <pc:sldChg chg="del">
        <pc:chgData name="佩倫 吳" userId="603067e5563c3615" providerId="LiveId" clId="{F3A6E7CD-2B96-F94C-9642-A2868A33C27F}" dt="2024-11-16T06:44:33.384" v="58" actId="2696"/>
        <pc:sldMkLst>
          <pc:docMk/>
          <pc:sldMk cId="3014754006" sldId="2910"/>
        </pc:sldMkLst>
      </pc:sldChg>
      <pc:sldChg chg="del">
        <pc:chgData name="佩倫 吳" userId="603067e5563c3615" providerId="LiveId" clId="{F3A6E7CD-2B96-F94C-9642-A2868A33C27F}" dt="2024-11-16T06:44:33.380" v="49" actId="2696"/>
        <pc:sldMkLst>
          <pc:docMk/>
          <pc:sldMk cId="2766795167" sldId="2911"/>
        </pc:sldMkLst>
      </pc:sldChg>
      <pc:sldChg chg="del">
        <pc:chgData name="佩倫 吳" userId="603067e5563c3615" providerId="LiveId" clId="{F3A6E7CD-2B96-F94C-9642-A2868A33C27F}" dt="2024-11-16T06:44:33.395" v="62" actId="2696"/>
        <pc:sldMkLst>
          <pc:docMk/>
          <pc:sldMk cId="1708779663" sldId="2912"/>
        </pc:sldMkLst>
      </pc:sldChg>
      <pc:sldChg chg="del">
        <pc:chgData name="佩倫 吳" userId="603067e5563c3615" providerId="LiveId" clId="{F3A6E7CD-2B96-F94C-9642-A2868A33C27F}" dt="2024-11-16T06:44:33.384" v="56" actId="2696"/>
        <pc:sldMkLst>
          <pc:docMk/>
          <pc:sldMk cId="3292641440" sldId="2913"/>
        </pc:sldMkLst>
      </pc:sldChg>
      <pc:sldChg chg="del">
        <pc:chgData name="佩倫 吳" userId="603067e5563c3615" providerId="LiveId" clId="{F3A6E7CD-2B96-F94C-9642-A2868A33C27F}" dt="2024-11-16T06:44:33.346" v="18" actId="2696"/>
        <pc:sldMkLst>
          <pc:docMk/>
          <pc:sldMk cId="2958226183" sldId="2914"/>
        </pc:sldMkLst>
      </pc:sldChg>
      <pc:sldChg chg="new del">
        <pc:chgData name="佩倫 吳" userId="603067e5563c3615" providerId="LiveId" clId="{F3A6E7CD-2B96-F94C-9642-A2868A33C27F}" dt="2024-11-16T06:44:29.367" v="12" actId="2696"/>
        <pc:sldMkLst>
          <pc:docMk/>
          <pc:sldMk cId="7426000" sldId="2915"/>
        </pc:sldMkLst>
      </pc:sldChg>
      <pc:sldChg chg="modSp new mod ord">
        <pc:chgData name="佩倫 吳" userId="603067e5563c3615" providerId="LiveId" clId="{F3A6E7CD-2B96-F94C-9642-A2868A33C27F}" dt="2024-11-16T06:45:10.700" v="82" actId="179"/>
        <pc:sldMkLst>
          <pc:docMk/>
          <pc:sldMk cId="2115780076" sldId="2916"/>
        </pc:sldMkLst>
      </pc:sldChg>
      <pc:sldChg chg="modSp new mod">
        <pc:chgData name="佩倫 吳" userId="603067e5563c3615" providerId="LiveId" clId="{F3A6E7CD-2B96-F94C-9642-A2868A33C27F}" dt="2024-11-16T06:45:57.752" v="107" actId="122"/>
        <pc:sldMkLst>
          <pc:docMk/>
          <pc:sldMk cId="2262608856" sldId="2917"/>
        </pc:sldMkLst>
      </pc:sldChg>
      <pc:sldChg chg="modSp new mod">
        <pc:chgData name="佩倫 吳" userId="603067e5563c3615" providerId="LiveId" clId="{F3A6E7CD-2B96-F94C-9642-A2868A33C27F}" dt="2024-11-16T06:45:28.183" v="90" actId="179"/>
        <pc:sldMkLst>
          <pc:docMk/>
          <pc:sldMk cId="4013738805" sldId="2918"/>
        </pc:sldMkLst>
      </pc:sldChg>
      <pc:sldChg chg="modSp new mod">
        <pc:chgData name="佩倫 吳" userId="603067e5563c3615" providerId="LiveId" clId="{F3A6E7CD-2B96-F94C-9642-A2868A33C27F}" dt="2024-11-16T06:45:45.466" v="101" actId="179"/>
        <pc:sldMkLst>
          <pc:docMk/>
          <pc:sldMk cId="1777453391" sldId="2919"/>
        </pc:sldMkLst>
      </pc:sldChg>
      <pc:sldChg chg="new del">
        <pc:chgData name="佩倫 吳" userId="603067e5563c3615" providerId="LiveId" clId="{F3A6E7CD-2B96-F94C-9642-A2868A33C27F}" dt="2024-11-16T06:46:06.109" v="110" actId="2696"/>
        <pc:sldMkLst>
          <pc:docMk/>
          <pc:sldMk cId="2796515306" sldId="2920"/>
        </pc:sldMkLst>
      </pc:sldChg>
      <pc:sldChg chg="add">
        <pc:chgData name="佩倫 吳" userId="603067e5563c3615" providerId="LiveId" clId="{F3A6E7CD-2B96-F94C-9642-A2868A33C27F}" dt="2024-11-16T06:46:04.991" v="109"/>
        <pc:sldMkLst>
          <pc:docMk/>
          <pc:sldMk cId="3459259994" sldId="2921"/>
        </pc:sldMkLst>
      </pc:sldChg>
      <pc:sldChg chg="modSp add mod">
        <pc:chgData name="佩倫 吳" userId="603067e5563c3615" providerId="LiveId" clId="{F3A6E7CD-2B96-F94C-9642-A2868A33C27F}" dt="2024-11-16T06:49:08.030" v="263" actId="20577"/>
        <pc:sldMkLst>
          <pc:docMk/>
          <pc:sldMk cId="3635756566" sldId="2922"/>
        </pc:sldMkLst>
      </pc:sldChg>
      <pc:sldChg chg="modSp new mod">
        <pc:chgData name="佩倫 吳" userId="603067e5563c3615" providerId="LiveId" clId="{F3A6E7CD-2B96-F94C-9642-A2868A33C27F}" dt="2024-11-16T06:48:00.391" v="233" actId="179"/>
        <pc:sldMkLst>
          <pc:docMk/>
          <pc:sldMk cId="3036496603" sldId="2923"/>
        </pc:sldMkLst>
      </pc:sldChg>
      <pc:sldChg chg="add ord">
        <pc:chgData name="佩倫 吳" userId="603067e5563c3615" providerId="LiveId" clId="{F3A6E7CD-2B96-F94C-9642-A2868A33C27F}" dt="2024-11-16T06:46:24.804" v="123" actId="20578"/>
        <pc:sldMkLst>
          <pc:docMk/>
          <pc:sldMk cId="2505855309" sldId="2924"/>
        </pc:sldMkLst>
      </pc:sldChg>
      <pc:sldChg chg="modSp add mod">
        <pc:chgData name="佩倫 吳" userId="603067e5563c3615" providerId="LiveId" clId="{F3A6E7CD-2B96-F94C-9642-A2868A33C27F}" dt="2024-11-16T06:47:24.490" v="219" actId="404"/>
        <pc:sldMkLst>
          <pc:docMk/>
          <pc:sldMk cId="2476504817" sldId="2925"/>
        </pc:sldMkLst>
      </pc:sldChg>
      <pc:sldChg chg="modSp add mod">
        <pc:chgData name="佩倫 吳" userId="603067e5563c3615" providerId="LiveId" clId="{F3A6E7CD-2B96-F94C-9642-A2868A33C27F}" dt="2024-11-16T06:47:43.390" v="226" actId="179"/>
        <pc:sldMkLst>
          <pc:docMk/>
          <pc:sldMk cId="1619620187" sldId="2926"/>
        </pc:sldMkLst>
      </pc:sldChg>
      <pc:sldChg chg="modSp new mod">
        <pc:chgData name="佩倫 吳" userId="603067e5563c3615" providerId="LiveId" clId="{F3A6E7CD-2B96-F94C-9642-A2868A33C27F}" dt="2024-11-16T06:48:46.009" v="259" actId="20577"/>
        <pc:sldMkLst>
          <pc:docMk/>
          <pc:sldMk cId="3388793353" sldId="2927"/>
        </pc:sldMkLst>
      </pc:sldChg>
      <pc:sldChg chg="modSp new del mod">
        <pc:chgData name="佩倫 吳" userId="603067e5563c3615" providerId="LiveId" clId="{F3A6E7CD-2B96-F94C-9642-A2868A33C27F}" dt="2024-11-16T06:49:18.789" v="265" actId="2696"/>
        <pc:sldMkLst>
          <pc:docMk/>
          <pc:sldMk cId="3629622628" sldId="2928"/>
        </pc:sldMkLst>
      </pc:sldChg>
      <pc:sldChg chg="modSp add mod">
        <pc:chgData name="佩倫 吳" userId="603067e5563c3615" providerId="LiveId" clId="{F3A6E7CD-2B96-F94C-9642-A2868A33C27F}" dt="2024-11-16T06:49:24.023" v="268"/>
        <pc:sldMkLst>
          <pc:docMk/>
          <pc:sldMk cId="2686546065" sldId="2929"/>
        </pc:sldMkLst>
      </pc:sldChg>
      <pc:sldChg chg="modSp new mod">
        <pc:chgData name="佩倫 吳" userId="603067e5563c3615" providerId="LiveId" clId="{F3A6E7CD-2B96-F94C-9642-A2868A33C27F}" dt="2024-11-16T06:51:58.209" v="408" actId="20577"/>
        <pc:sldMkLst>
          <pc:docMk/>
          <pc:sldMk cId="2456407270" sldId="2930"/>
        </pc:sldMkLst>
      </pc:sldChg>
      <pc:sldChg chg="addSp delSp modSp new mod">
        <pc:chgData name="佩倫 吳" userId="603067e5563c3615" providerId="LiveId" clId="{F3A6E7CD-2B96-F94C-9642-A2868A33C27F}" dt="2024-11-16T06:53:04.905" v="449" actId="179"/>
        <pc:sldMkLst>
          <pc:docMk/>
          <pc:sldMk cId="2363116249" sldId="2931"/>
        </pc:sldMkLst>
      </pc:sldChg>
      <pc:sldChg chg="modSp add del mod">
        <pc:chgData name="佩倫 吳" userId="603067e5563c3615" providerId="LiveId" clId="{F3A6E7CD-2B96-F94C-9642-A2868A33C27F}" dt="2024-11-16T06:50:52.569" v="378" actId="2696"/>
        <pc:sldMkLst>
          <pc:docMk/>
          <pc:sldMk cId="3319763115" sldId="2932"/>
        </pc:sldMkLst>
      </pc:sldChg>
      <pc:sldChg chg="modSp new mod">
        <pc:chgData name="佩倫 吳" userId="603067e5563c3615" providerId="LiveId" clId="{F3A6E7CD-2B96-F94C-9642-A2868A33C27F}" dt="2024-11-16T06:52:46.286" v="440" actId="179"/>
        <pc:sldMkLst>
          <pc:docMk/>
          <pc:sldMk cId="1805727138" sldId="2933"/>
        </pc:sldMkLst>
      </pc:sldChg>
      <pc:sldChg chg="modSp add mod">
        <pc:chgData name="佩倫 吳" userId="603067e5563c3615" providerId="LiveId" clId="{F3A6E7CD-2B96-F94C-9642-A2868A33C27F}" dt="2024-11-16T06:52:13.918" v="415" actId="179"/>
        <pc:sldMkLst>
          <pc:docMk/>
          <pc:sldMk cId="1944687747" sldId="2934"/>
        </pc:sldMkLst>
      </pc:sldChg>
      <pc:sldChg chg="modSp new mod">
        <pc:chgData name="佩倫 吳" userId="603067e5563c3615" providerId="LiveId" clId="{F3A6E7CD-2B96-F94C-9642-A2868A33C27F}" dt="2024-11-16T06:51:18.614" v="386" actId="255"/>
        <pc:sldMkLst>
          <pc:docMk/>
          <pc:sldMk cId="1542723062" sldId="2935"/>
        </pc:sldMkLst>
      </pc:sldChg>
      <pc:sldChg chg="modSp add mod">
        <pc:chgData name="佩倫 吳" userId="603067e5563c3615" providerId="LiveId" clId="{F3A6E7CD-2B96-F94C-9642-A2868A33C27F}" dt="2024-11-16T06:52:23.468" v="426" actId="179"/>
        <pc:sldMkLst>
          <pc:docMk/>
          <pc:sldMk cId="1384133931" sldId="2936"/>
        </pc:sldMkLst>
      </pc:sldChg>
      <pc:sldChg chg="modSp new del mod">
        <pc:chgData name="佩倫 吳" userId="603067e5563c3615" providerId="LiveId" clId="{F3A6E7CD-2B96-F94C-9642-A2868A33C27F}" dt="2024-11-16T06:54:20.969" v="456" actId="2696"/>
        <pc:sldMkLst>
          <pc:docMk/>
          <pc:sldMk cId="2807291113" sldId="2937"/>
        </pc:sldMkLst>
      </pc:sldChg>
      <pc:sldChg chg="modSp new mod">
        <pc:chgData name="佩倫 吳" userId="603067e5563c3615" providerId="LiveId" clId="{F3A6E7CD-2B96-F94C-9642-A2868A33C27F}" dt="2024-11-16T06:55:09.093" v="513" actId="179"/>
        <pc:sldMkLst>
          <pc:docMk/>
          <pc:sldMk cId="1031805386" sldId="2938"/>
        </pc:sldMkLst>
      </pc:sldChg>
      <pc:sldChg chg="modSp new mod">
        <pc:chgData name="佩倫 吳" userId="603067e5563c3615" providerId="LiveId" clId="{F3A6E7CD-2B96-F94C-9642-A2868A33C27F}" dt="2024-11-16T06:55:20.039" v="524" actId="179"/>
        <pc:sldMkLst>
          <pc:docMk/>
          <pc:sldMk cId="1892468834" sldId="2939"/>
        </pc:sldMkLst>
      </pc:sldChg>
      <pc:sldChg chg="modSp add mod">
        <pc:chgData name="佩倫 吳" userId="603067e5563c3615" providerId="LiveId" clId="{F3A6E7CD-2B96-F94C-9642-A2868A33C27F}" dt="2024-11-16T06:55:27.562" v="529" actId="179"/>
        <pc:sldMkLst>
          <pc:docMk/>
          <pc:sldMk cId="1674024871" sldId="2940"/>
        </pc:sldMkLst>
      </pc:sldChg>
      <pc:sldChg chg="modSp add mod">
        <pc:chgData name="佩倫 吳" userId="603067e5563c3615" providerId="LiveId" clId="{F3A6E7CD-2B96-F94C-9642-A2868A33C27F}" dt="2024-11-16T06:55:33.060" v="533" actId="179"/>
        <pc:sldMkLst>
          <pc:docMk/>
          <pc:sldMk cId="3672062" sldId="2941"/>
        </pc:sldMkLst>
      </pc:sldChg>
      <pc:sldChg chg="modSp new mod">
        <pc:chgData name="佩倫 吳" userId="603067e5563c3615" providerId="LiveId" clId="{F3A6E7CD-2B96-F94C-9642-A2868A33C27F}" dt="2024-11-16T06:55:49.992" v="542" actId="20577"/>
        <pc:sldMkLst>
          <pc:docMk/>
          <pc:sldMk cId="3109093831" sldId="2942"/>
        </pc:sldMkLst>
      </pc:sldChg>
      <pc:sldChg chg="modSp new mod">
        <pc:chgData name="佩倫 吳" userId="603067e5563c3615" providerId="LiveId" clId="{F3A6E7CD-2B96-F94C-9642-A2868A33C27F}" dt="2024-11-16T06:56:02.931" v="547" actId="122"/>
        <pc:sldMkLst>
          <pc:docMk/>
          <pc:sldMk cId="3202025233" sldId="2943"/>
        </pc:sldMkLst>
      </pc:sldChg>
      <pc:sldChg chg="modSp new mod">
        <pc:chgData name="佩倫 吳" userId="603067e5563c3615" providerId="LiveId" clId="{F3A6E7CD-2B96-F94C-9642-A2868A33C27F}" dt="2024-11-16T06:58:08.451" v="695" actId="179"/>
        <pc:sldMkLst>
          <pc:docMk/>
          <pc:sldMk cId="3624131217" sldId="2944"/>
        </pc:sldMkLst>
      </pc:sldChg>
      <pc:sldChg chg="add">
        <pc:chgData name="佩倫 吳" userId="603067e5563c3615" providerId="LiveId" clId="{F3A6E7CD-2B96-F94C-9642-A2868A33C27F}" dt="2024-11-16T06:56:12.156" v="549"/>
        <pc:sldMkLst>
          <pc:docMk/>
          <pc:sldMk cId="1280165653" sldId="2945"/>
        </pc:sldMkLst>
      </pc:sldChg>
      <pc:sldChg chg="modSp add mod">
        <pc:chgData name="佩倫 吳" userId="603067e5563c3615" providerId="LiveId" clId="{F3A6E7CD-2B96-F94C-9642-A2868A33C27F}" dt="2024-11-16T06:58:53.017" v="724" actId="20577"/>
        <pc:sldMkLst>
          <pc:docMk/>
          <pc:sldMk cId="1395039933" sldId="2946"/>
        </pc:sldMkLst>
      </pc:sldChg>
      <pc:sldChg chg="new del">
        <pc:chgData name="佩倫 吳" userId="603067e5563c3615" providerId="LiveId" clId="{F3A6E7CD-2B96-F94C-9642-A2868A33C27F}" dt="2024-11-16T06:56:33.601" v="573" actId="2696"/>
        <pc:sldMkLst>
          <pc:docMk/>
          <pc:sldMk cId="3299269050" sldId="2947"/>
        </pc:sldMkLst>
      </pc:sldChg>
      <pc:sldChg chg="add">
        <pc:chgData name="佩倫 吳" userId="603067e5563c3615" providerId="LiveId" clId="{F3A6E7CD-2B96-F94C-9642-A2868A33C27F}" dt="2024-11-16T06:56:32.396" v="572"/>
        <pc:sldMkLst>
          <pc:docMk/>
          <pc:sldMk cId="2113918152" sldId="2948"/>
        </pc:sldMkLst>
      </pc:sldChg>
      <pc:sldChg chg="modSp new del mod">
        <pc:chgData name="佩倫 吳" userId="603067e5563c3615" providerId="LiveId" clId="{F3A6E7CD-2B96-F94C-9642-A2868A33C27F}" dt="2024-11-16T06:56:49.077" v="585" actId="2696"/>
        <pc:sldMkLst>
          <pc:docMk/>
          <pc:sldMk cId="3804944806" sldId="2949"/>
        </pc:sldMkLst>
      </pc:sldChg>
      <pc:sldChg chg="add">
        <pc:chgData name="佩倫 吳" userId="603067e5563c3615" providerId="LiveId" clId="{F3A6E7CD-2B96-F94C-9642-A2868A33C27F}" dt="2024-11-16T06:56:48.069" v="584"/>
        <pc:sldMkLst>
          <pc:docMk/>
          <pc:sldMk cId="34065348" sldId="2950"/>
        </pc:sldMkLst>
      </pc:sldChg>
      <pc:sldChg chg="modSp new mod">
        <pc:chgData name="佩倫 吳" userId="603067e5563c3615" providerId="LiveId" clId="{F3A6E7CD-2B96-F94C-9642-A2868A33C27F}" dt="2024-11-16T06:59:16.271" v="735" actId="404"/>
        <pc:sldMkLst>
          <pc:docMk/>
          <pc:sldMk cId="2153481627" sldId="2951"/>
        </pc:sldMkLst>
      </pc:sldChg>
      <pc:sldChg chg="modSp new mod">
        <pc:chgData name="佩倫 吳" userId="603067e5563c3615" providerId="LiveId" clId="{F3A6E7CD-2B96-F94C-9642-A2868A33C27F}" dt="2024-11-16T06:59:35.522" v="746" actId="179"/>
        <pc:sldMkLst>
          <pc:docMk/>
          <pc:sldMk cId="2092146679" sldId="2952"/>
        </pc:sldMkLst>
      </pc:sldChg>
      <pc:sldChg chg="modSp new mod">
        <pc:chgData name="佩倫 吳" userId="603067e5563c3615" providerId="LiveId" clId="{F3A6E7CD-2B96-F94C-9642-A2868A33C27F}" dt="2024-11-16T07:00:15.885" v="764" actId="122"/>
        <pc:sldMkLst>
          <pc:docMk/>
          <pc:sldMk cId="1721062256" sldId="2953"/>
        </pc:sldMkLst>
      </pc:sldChg>
      <pc:sldChg chg="modSp add mod">
        <pc:chgData name="佩倫 吳" userId="603067e5563c3615" providerId="LiveId" clId="{F3A6E7CD-2B96-F94C-9642-A2868A33C27F}" dt="2024-11-16T06:58:15.905" v="698" actId="20577"/>
        <pc:sldMkLst>
          <pc:docMk/>
          <pc:sldMk cId="1470825983" sldId="2954"/>
        </pc:sldMkLst>
      </pc:sldChg>
      <pc:sldChg chg="add del">
        <pc:chgData name="佩倫 吳" userId="603067e5563c3615" providerId="LiveId" clId="{F3A6E7CD-2B96-F94C-9642-A2868A33C27F}" dt="2024-11-16T06:57:44.110" v="684" actId="2696"/>
        <pc:sldMkLst>
          <pc:docMk/>
          <pc:sldMk cId="4241528343" sldId="2954"/>
        </pc:sldMkLst>
      </pc:sldChg>
      <pc:sldChg chg="modSp add mod">
        <pc:chgData name="佩倫 吳" userId="603067e5563c3615" providerId="LiveId" clId="{F3A6E7CD-2B96-F94C-9642-A2868A33C27F}" dt="2024-11-16T06:58:13.754" v="697" actId="20577"/>
        <pc:sldMkLst>
          <pc:docMk/>
          <pc:sldMk cId="1090990361" sldId="2955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1769366828" sldId="2956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2952654442" sldId="2957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3410683312" sldId="2958"/>
        </pc:sldMkLst>
      </pc:sldChg>
      <pc:sldChg chg="modSp add mod">
        <pc:chgData name="佩倫 吳" userId="603067e5563c3615" providerId="LiveId" clId="{F3A6E7CD-2B96-F94C-9642-A2868A33C27F}" dt="2024-11-16T06:59:46.639" v="757" actId="179"/>
        <pc:sldMkLst>
          <pc:docMk/>
          <pc:sldMk cId="3534858626" sldId="2959"/>
        </pc:sldMkLst>
      </pc:sldChg>
      <pc:sldChg chg="add">
        <pc:chgData name="佩倫 吳" userId="603067e5563c3615" providerId="LiveId" clId="{F3A6E7CD-2B96-F94C-9642-A2868A33C27F}" dt="2024-11-16T07:00:04.555" v="758"/>
        <pc:sldMkLst>
          <pc:docMk/>
          <pc:sldMk cId="3255006580" sldId="2960"/>
        </pc:sldMkLst>
      </pc:sldChg>
      <pc:sldChg chg="new del">
        <pc:chgData name="佩倫 吳" userId="603067e5563c3615" providerId="LiveId" clId="{F3A6E7CD-2B96-F94C-9642-A2868A33C27F}" dt="2024-11-16T07:00:51.129" v="773" actId="2696"/>
        <pc:sldMkLst>
          <pc:docMk/>
          <pc:sldMk cId="3012250677" sldId="2961"/>
        </pc:sldMkLst>
      </pc:sldChg>
      <pc:sldChg chg="add">
        <pc:chgData name="佩倫 吳" userId="603067e5563c3615" providerId="LiveId" clId="{F3A6E7CD-2B96-F94C-9642-A2868A33C27F}" dt="2024-11-16T07:00:34.169" v="766"/>
        <pc:sldMkLst>
          <pc:docMk/>
          <pc:sldMk cId="3252194782" sldId="2962"/>
        </pc:sldMkLst>
      </pc:sldChg>
      <pc:sldChg chg="modSp add mod">
        <pc:chgData name="佩倫 吳" userId="603067e5563c3615" providerId="LiveId" clId="{F3A6E7CD-2B96-F94C-9642-A2868A33C27F}" dt="2024-11-16T07:00:45.678" v="771" actId="20577"/>
        <pc:sldMkLst>
          <pc:docMk/>
          <pc:sldMk cId="3369192492" sldId="2963"/>
        </pc:sldMkLst>
      </pc:sldChg>
      <pc:sldChg chg="add">
        <pc:chgData name="佩倫 吳" userId="603067e5563c3615" providerId="LiveId" clId="{F3A6E7CD-2B96-F94C-9642-A2868A33C27F}" dt="2024-11-16T07:00:50.012" v="772"/>
        <pc:sldMkLst>
          <pc:docMk/>
          <pc:sldMk cId="3166503991" sldId="2964"/>
        </pc:sldMkLst>
      </pc:sldChg>
      <pc:sldChg chg="modSp new mod">
        <pc:chgData name="佩倫 吳" userId="603067e5563c3615" providerId="LiveId" clId="{F3A6E7CD-2B96-F94C-9642-A2868A33C27F}" dt="2024-11-16T07:01:23.165" v="797" actId="20577"/>
        <pc:sldMkLst>
          <pc:docMk/>
          <pc:sldMk cId="1717429104" sldId="2965"/>
        </pc:sldMkLst>
      </pc:sldChg>
      <pc:sldChg chg="modSp new mod">
        <pc:chgData name="佩倫 吳" userId="603067e5563c3615" providerId="LiveId" clId="{F3A6E7CD-2B96-F94C-9642-A2868A33C27F}" dt="2024-11-16T07:01:55.794" v="825" actId="179"/>
        <pc:sldMkLst>
          <pc:docMk/>
          <pc:sldMk cId="4124387332" sldId="2966"/>
        </pc:sldMkLst>
      </pc:sldChg>
      <pc:sldChg chg="modSp add mod">
        <pc:chgData name="佩倫 吳" userId="603067e5563c3615" providerId="LiveId" clId="{F3A6E7CD-2B96-F94C-9642-A2868A33C27F}" dt="2024-11-16T07:02:02.045" v="829" actId="179"/>
        <pc:sldMkLst>
          <pc:docMk/>
          <pc:sldMk cId="3404585943" sldId="2967"/>
        </pc:sldMkLst>
      </pc:sldChg>
      <pc:sldChg chg="modSp new mod">
        <pc:chgData name="佩倫 吳" userId="603067e5563c3615" providerId="LiveId" clId="{F3A6E7CD-2B96-F94C-9642-A2868A33C27F}" dt="2024-11-16T07:03:32.816" v="904" actId="179"/>
        <pc:sldMkLst>
          <pc:docMk/>
          <pc:sldMk cId="4171877644" sldId="2968"/>
        </pc:sldMkLst>
      </pc:sldChg>
      <pc:sldChg chg="modSp add mod">
        <pc:chgData name="佩倫 吳" userId="603067e5563c3615" providerId="LiveId" clId="{F3A6E7CD-2B96-F94C-9642-A2868A33C27F}" dt="2024-11-16T07:02:14.971" v="834"/>
        <pc:sldMkLst>
          <pc:docMk/>
          <pc:sldMk cId="2996432724" sldId="2969"/>
        </pc:sldMkLst>
      </pc:sldChg>
      <pc:sldChg chg="modSp new mod">
        <pc:chgData name="佩倫 吳" userId="603067e5563c3615" providerId="LiveId" clId="{F3A6E7CD-2B96-F94C-9642-A2868A33C27F}" dt="2024-11-16T07:03:00.147" v="869" actId="255"/>
        <pc:sldMkLst>
          <pc:docMk/>
          <pc:sldMk cId="3786308470" sldId="2970"/>
        </pc:sldMkLst>
      </pc:sldChg>
    </pc:docChg>
  </pc:docChgLst>
  <pc:docChgLst>
    <pc:chgData name="佩倫 吳" userId="603067e5563c3615" providerId="LiveId" clId="{125E97DD-B131-6B45-8020-9C9B601D376B}"/>
    <pc:docChg chg="undo custSel addSld delSld modSld sldOrd">
      <pc:chgData name="佩倫 吳" userId="603067e5563c3615" providerId="LiveId" clId="{125E97DD-B131-6B45-8020-9C9B601D376B}" dt="2024-03-01T14:12:15.463" v="912" actId="179"/>
      <pc:docMkLst>
        <pc:docMk/>
      </pc:docMkLst>
      <pc:sldChg chg="modSp mod">
        <pc:chgData name="佩倫 吳" userId="603067e5563c3615" providerId="LiveId" clId="{125E97DD-B131-6B45-8020-9C9B601D376B}" dt="2024-03-01T13:55:42.601" v="13" actId="404"/>
        <pc:sldMkLst>
          <pc:docMk/>
          <pc:sldMk cId="1388116533" sldId="523"/>
        </pc:sldMkLst>
      </pc:sldChg>
      <pc:sldChg chg="del">
        <pc:chgData name="佩倫 吳" userId="603067e5563c3615" providerId="LiveId" clId="{125E97DD-B131-6B45-8020-9C9B601D376B}" dt="2024-03-01T13:55:23.484" v="2" actId="2696"/>
        <pc:sldMkLst>
          <pc:docMk/>
          <pc:sldMk cId="2442366795" sldId="2500"/>
        </pc:sldMkLst>
      </pc:sldChg>
      <pc:sldChg chg="del">
        <pc:chgData name="佩倫 吳" userId="603067e5563c3615" providerId="LiveId" clId="{125E97DD-B131-6B45-8020-9C9B601D376B}" dt="2024-03-01T13:55:23.483" v="1" actId="2696"/>
        <pc:sldMkLst>
          <pc:docMk/>
          <pc:sldMk cId="3700835434" sldId="2501"/>
        </pc:sldMkLst>
      </pc:sldChg>
      <pc:sldChg chg="del">
        <pc:chgData name="佩倫 吳" userId="603067e5563c3615" providerId="LiveId" clId="{125E97DD-B131-6B45-8020-9C9B601D376B}" dt="2024-03-01T13:57:38.652" v="64" actId="2696"/>
        <pc:sldMkLst>
          <pc:docMk/>
          <pc:sldMk cId="4023189984" sldId="2502"/>
        </pc:sldMkLst>
      </pc:sldChg>
      <pc:sldChg chg="del">
        <pc:chgData name="佩倫 吳" userId="603067e5563c3615" providerId="LiveId" clId="{125E97DD-B131-6B45-8020-9C9B601D376B}" dt="2024-03-01T13:57:38.670" v="88" actId="2696"/>
        <pc:sldMkLst>
          <pc:docMk/>
          <pc:sldMk cId="3568824214" sldId="2503"/>
        </pc:sldMkLst>
      </pc:sldChg>
      <pc:sldChg chg="del">
        <pc:chgData name="佩倫 吳" userId="603067e5563c3615" providerId="LiveId" clId="{125E97DD-B131-6B45-8020-9C9B601D376B}" dt="2024-03-01T13:55:23.482" v="0" actId="2696"/>
        <pc:sldMkLst>
          <pc:docMk/>
          <pc:sldMk cId="2303539353" sldId="2504"/>
        </pc:sldMkLst>
      </pc:sldChg>
      <pc:sldChg chg="del">
        <pc:chgData name="佩倫 吳" userId="603067e5563c3615" providerId="LiveId" clId="{125E97DD-B131-6B45-8020-9C9B601D376B}" dt="2024-03-01T13:55:23.485" v="3" actId="2696"/>
        <pc:sldMkLst>
          <pc:docMk/>
          <pc:sldMk cId="879047781" sldId="2505"/>
        </pc:sldMkLst>
      </pc:sldChg>
      <pc:sldChg chg="del">
        <pc:chgData name="佩倫 吳" userId="603067e5563c3615" providerId="LiveId" clId="{125E97DD-B131-6B45-8020-9C9B601D376B}" dt="2024-03-01T13:57:38.678" v="94" actId="2696"/>
        <pc:sldMkLst>
          <pc:docMk/>
          <pc:sldMk cId="1258797078" sldId="2506"/>
        </pc:sldMkLst>
      </pc:sldChg>
      <pc:sldChg chg="del">
        <pc:chgData name="佩倫 吳" userId="603067e5563c3615" providerId="LiveId" clId="{125E97DD-B131-6B45-8020-9C9B601D376B}" dt="2024-03-01T13:57:38.684" v="100" actId="2696"/>
        <pc:sldMkLst>
          <pc:docMk/>
          <pc:sldMk cId="3530137937" sldId="2507"/>
        </pc:sldMkLst>
      </pc:sldChg>
      <pc:sldChg chg="del">
        <pc:chgData name="佩倫 吳" userId="603067e5563c3615" providerId="LiveId" clId="{125E97DD-B131-6B45-8020-9C9B601D376B}" dt="2024-03-01T13:57:38.655" v="69" actId="2696"/>
        <pc:sldMkLst>
          <pc:docMk/>
          <pc:sldMk cId="2283491169" sldId="2508"/>
        </pc:sldMkLst>
      </pc:sldChg>
      <pc:sldChg chg="del">
        <pc:chgData name="佩倫 吳" userId="603067e5563c3615" providerId="LiveId" clId="{125E97DD-B131-6B45-8020-9C9B601D376B}" dt="2024-03-01T13:57:38.692" v="107" actId="2696"/>
        <pc:sldMkLst>
          <pc:docMk/>
          <pc:sldMk cId="642654236" sldId="2509"/>
        </pc:sldMkLst>
      </pc:sldChg>
      <pc:sldChg chg="del">
        <pc:chgData name="佩倫 吳" userId="603067e5563c3615" providerId="LiveId" clId="{125E97DD-B131-6B45-8020-9C9B601D376B}" dt="2024-03-01T13:57:38.664" v="85" actId="2696"/>
        <pc:sldMkLst>
          <pc:docMk/>
          <pc:sldMk cId="3054617331" sldId="2510"/>
        </pc:sldMkLst>
      </pc:sldChg>
      <pc:sldChg chg="del">
        <pc:chgData name="佩倫 吳" userId="603067e5563c3615" providerId="LiveId" clId="{125E97DD-B131-6B45-8020-9C9B601D376B}" dt="2024-03-01T13:57:38.658" v="74" actId="2696"/>
        <pc:sldMkLst>
          <pc:docMk/>
          <pc:sldMk cId="2549911036" sldId="2511"/>
        </pc:sldMkLst>
      </pc:sldChg>
      <pc:sldChg chg="del">
        <pc:chgData name="佩倫 吳" userId="603067e5563c3615" providerId="LiveId" clId="{125E97DD-B131-6B45-8020-9C9B601D376B}" dt="2024-03-01T13:57:38.663" v="83" actId="2696"/>
        <pc:sldMkLst>
          <pc:docMk/>
          <pc:sldMk cId="2209765002" sldId="2512"/>
        </pc:sldMkLst>
      </pc:sldChg>
      <pc:sldChg chg="del">
        <pc:chgData name="佩倫 吳" userId="603067e5563c3615" providerId="LiveId" clId="{125E97DD-B131-6B45-8020-9C9B601D376B}" dt="2024-03-01T13:57:38.662" v="80" actId="2696"/>
        <pc:sldMkLst>
          <pc:docMk/>
          <pc:sldMk cId="804201539" sldId="2514"/>
        </pc:sldMkLst>
      </pc:sldChg>
      <pc:sldChg chg="del">
        <pc:chgData name="佩倫 吳" userId="603067e5563c3615" providerId="LiveId" clId="{125E97DD-B131-6B45-8020-9C9B601D376B}" dt="2024-03-01T13:57:38.686" v="103" actId="2696"/>
        <pc:sldMkLst>
          <pc:docMk/>
          <pc:sldMk cId="3820640484" sldId="2515"/>
        </pc:sldMkLst>
      </pc:sldChg>
      <pc:sldChg chg="del">
        <pc:chgData name="佩倫 吳" userId="603067e5563c3615" providerId="LiveId" clId="{125E97DD-B131-6B45-8020-9C9B601D376B}" dt="2024-03-01T13:57:38.671" v="89" actId="2696"/>
        <pc:sldMkLst>
          <pc:docMk/>
          <pc:sldMk cId="2371852214" sldId="2516"/>
        </pc:sldMkLst>
      </pc:sldChg>
      <pc:sldChg chg="del">
        <pc:chgData name="佩倫 吳" userId="603067e5563c3615" providerId="LiveId" clId="{125E97DD-B131-6B45-8020-9C9B601D376B}" dt="2024-03-01T13:57:38.662" v="81" actId="2696"/>
        <pc:sldMkLst>
          <pc:docMk/>
          <pc:sldMk cId="3583290340" sldId="2517"/>
        </pc:sldMkLst>
      </pc:sldChg>
      <pc:sldChg chg="del">
        <pc:chgData name="佩倫 吳" userId="603067e5563c3615" providerId="LiveId" clId="{125E97DD-B131-6B45-8020-9C9B601D376B}" dt="2024-03-01T13:57:38.654" v="66" actId="2696"/>
        <pc:sldMkLst>
          <pc:docMk/>
          <pc:sldMk cId="951982122" sldId="2518"/>
        </pc:sldMkLst>
      </pc:sldChg>
      <pc:sldChg chg="del">
        <pc:chgData name="佩倫 吳" userId="603067e5563c3615" providerId="LiveId" clId="{125E97DD-B131-6B45-8020-9C9B601D376B}" dt="2024-03-01T13:57:38.664" v="84" actId="2696"/>
        <pc:sldMkLst>
          <pc:docMk/>
          <pc:sldMk cId="2799721530" sldId="2519"/>
        </pc:sldMkLst>
      </pc:sldChg>
      <pc:sldChg chg="del">
        <pc:chgData name="佩倫 吳" userId="603067e5563c3615" providerId="LiveId" clId="{125E97DD-B131-6B45-8020-9C9B601D376B}" dt="2024-03-01T13:57:38.663" v="82" actId="2696"/>
        <pc:sldMkLst>
          <pc:docMk/>
          <pc:sldMk cId="2734068454" sldId="2520"/>
        </pc:sldMkLst>
      </pc:sldChg>
      <pc:sldChg chg="del">
        <pc:chgData name="佩倫 吳" userId="603067e5563c3615" providerId="LiveId" clId="{125E97DD-B131-6B45-8020-9C9B601D376B}" dt="2024-03-01T13:57:38.685" v="101" actId="2696"/>
        <pc:sldMkLst>
          <pc:docMk/>
          <pc:sldMk cId="893851043" sldId="2521"/>
        </pc:sldMkLst>
      </pc:sldChg>
      <pc:sldChg chg="del">
        <pc:chgData name="佩倫 吳" userId="603067e5563c3615" providerId="LiveId" clId="{125E97DD-B131-6B45-8020-9C9B601D376B}" dt="2024-03-01T13:57:38.656" v="70" actId="2696"/>
        <pc:sldMkLst>
          <pc:docMk/>
          <pc:sldMk cId="1863945977" sldId="2522"/>
        </pc:sldMkLst>
      </pc:sldChg>
      <pc:sldChg chg="del">
        <pc:chgData name="佩倫 吳" userId="603067e5563c3615" providerId="LiveId" clId="{125E97DD-B131-6B45-8020-9C9B601D376B}" dt="2024-03-01T13:57:38.654" v="67" actId="2696"/>
        <pc:sldMkLst>
          <pc:docMk/>
          <pc:sldMk cId="1918086683" sldId="2523"/>
        </pc:sldMkLst>
      </pc:sldChg>
      <pc:sldChg chg="del">
        <pc:chgData name="佩倫 吳" userId="603067e5563c3615" providerId="LiveId" clId="{125E97DD-B131-6B45-8020-9C9B601D376B}" dt="2024-03-01T13:57:38.666" v="87" actId="2696"/>
        <pc:sldMkLst>
          <pc:docMk/>
          <pc:sldMk cId="2840319029" sldId="2524"/>
        </pc:sldMkLst>
      </pc:sldChg>
      <pc:sldChg chg="del">
        <pc:chgData name="佩倫 吳" userId="603067e5563c3615" providerId="LiveId" clId="{125E97DD-B131-6B45-8020-9C9B601D376B}" dt="2024-03-01T13:57:38.672" v="90" actId="2696"/>
        <pc:sldMkLst>
          <pc:docMk/>
          <pc:sldMk cId="3766319502" sldId="2525"/>
        </pc:sldMkLst>
      </pc:sldChg>
      <pc:sldChg chg="del">
        <pc:chgData name="佩倫 吳" userId="603067e5563c3615" providerId="LiveId" clId="{125E97DD-B131-6B45-8020-9C9B601D376B}" dt="2024-03-01T13:57:38.665" v="86" actId="2696"/>
        <pc:sldMkLst>
          <pc:docMk/>
          <pc:sldMk cId="2486444638" sldId="2526"/>
        </pc:sldMkLst>
      </pc:sldChg>
      <pc:sldChg chg="del">
        <pc:chgData name="佩倫 吳" userId="603067e5563c3615" providerId="LiveId" clId="{125E97DD-B131-6B45-8020-9C9B601D376B}" dt="2024-03-01T13:57:38.657" v="72" actId="2696"/>
        <pc:sldMkLst>
          <pc:docMk/>
          <pc:sldMk cId="1785715666" sldId="2527"/>
        </pc:sldMkLst>
      </pc:sldChg>
      <pc:sldChg chg="del">
        <pc:chgData name="佩倫 吳" userId="603067e5563c3615" providerId="LiveId" clId="{125E97DD-B131-6B45-8020-9C9B601D376B}" dt="2024-03-01T13:57:38.687" v="105" actId="2696"/>
        <pc:sldMkLst>
          <pc:docMk/>
          <pc:sldMk cId="1837833304" sldId="2528"/>
        </pc:sldMkLst>
      </pc:sldChg>
      <pc:sldChg chg="del">
        <pc:chgData name="佩倫 吳" userId="603067e5563c3615" providerId="LiveId" clId="{125E97DD-B131-6B45-8020-9C9B601D376B}" dt="2024-03-01T13:57:38.659" v="75" actId="2696"/>
        <pc:sldMkLst>
          <pc:docMk/>
          <pc:sldMk cId="3272341474" sldId="2529"/>
        </pc:sldMkLst>
      </pc:sldChg>
      <pc:sldChg chg="del">
        <pc:chgData name="佩倫 吳" userId="603067e5563c3615" providerId="LiveId" clId="{125E97DD-B131-6B45-8020-9C9B601D376B}" dt="2024-03-01T13:57:38.672" v="91" actId="2696"/>
        <pc:sldMkLst>
          <pc:docMk/>
          <pc:sldMk cId="1834293538" sldId="2530"/>
        </pc:sldMkLst>
      </pc:sldChg>
      <pc:sldChg chg="del">
        <pc:chgData name="佩倫 吳" userId="603067e5563c3615" providerId="LiveId" clId="{125E97DD-B131-6B45-8020-9C9B601D376B}" dt="2024-03-01T13:57:38.660" v="76" actId="2696"/>
        <pc:sldMkLst>
          <pc:docMk/>
          <pc:sldMk cId="3206408473" sldId="2531"/>
        </pc:sldMkLst>
      </pc:sldChg>
      <pc:sldChg chg="del">
        <pc:chgData name="佩倫 吳" userId="603067e5563c3615" providerId="LiveId" clId="{125E97DD-B131-6B45-8020-9C9B601D376B}" dt="2024-03-01T13:57:38.657" v="71" actId="2696"/>
        <pc:sldMkLst>
          <pc:docMk/>
          <pc:sldMk cId="1466474022" sldId="2532"/>
        </pc:sldMkLst>
      </pc:sldChg>
      <pc:sldChg chg="del">
        <pc:chgData name="佩倫 吳" userId="603067e5563c3615" providerId="LiveId" clId="{125E97DD-B131-6B45-8020-9C9B601D376B}" dt="2024-03-01T13:57:38.695" v="108" actId="2696"/>
        <pc:sldMkLst>
          <pc:docMk/>
          <pc:sldMk cId="2382658109" sldId="2533"/>
        </pc:sldMkLst>
      </pc:sldChg>
      <pc:sldChg chg="del">
        <pc:chgData name="佩倫 吳" userId="603067e5563c3615" providerId="LiveId" clId="{125E97DD-B131-6B45-8020-9C9B601D376B}" dt="2024-03-01T13:57:38.661" v="78" actId="2696"/>
        <pc:sldMkLst>
          <pc:docMk/>
          <pc:sldMk cId="949434360" sldId="2534"/>
        </pc:sldMkLst>
      </pc:sldChg>
      <pc:sldChg chg="del">
        <pc:chgData name="佩倫 吳" userId="603067e5563c3615" providerId="LiveId" clId="{125E97DD-B131-6B45-8020-9C9B601D376B}" dt="2024-03-01T13:57:38.658" v="73" actId="2696"/>
        <pc:sldMkLst>
          <pc:docMk/>
          <pc:sldMk cId="4030401112" sldId="2535"/>
        </pc:sldMkLst>
      </pc:sldChg>
      <pc:sldChg chg="del">
        <pc:chgData name="佩倫 吳" userId="603067e5563c3615" providerId="LiveId" clId="{125E97DD-B131-6B45-8020-9C9B601D376B}" dt="2024-03-01T13:57:38.680" v="98" actId="2696"/>
        <pc:sldMkLst>
          <pc:docMk/>
          <pc:sldMk cId="360424261" sldId="2536"/>
        </pc:sldMkLst>
      </pc:sldChg>
      <pc:sldChg chg="del">
        <pc:chgData name="佩倫 吳" userId="603067e5563c3615" providerId="LiveId" clId="{125E97DD-B131-6B45-8020-9C9B601D376B}" dt="2024-03-01T13:57:38.673" v="92" actId="2696"/>
        <pc:sldMkLst>
          <pc:docMk/>
          <pc:sldMk cId="1232810373" sldId="2537"/>
        </pc:sldMkLst>
      </pc:sldChg>
      <pc:sldChg chg="del">
        <pc:chgData name="佩倫 吳" userId="603067e5563c3615" providerId="LiveId" clId="{125E97DD-B131-6B45-8020-9C9B601D376B}" dt="2024-03-01T13:57:38.660" v="77" actId="2696"/>
        <pc:sldMkLst>
          <pc:docMk/>
          <pc:sldMk cId="3594521261" sldId="2538"/>
        </pc:sldMkLst>
      </pc:sldChg>
      <pc:sldChg chg="del">
        <pc:chgData name="佩倫 吳" userId="603067e5563c3615" providerId="LiveId" clId="{125E97DD-B131-6B45-8020-9C9B601D376B}" dt="2024-03-01T13:57:38.655" v="68" actId="2696"/>
        <pc:sldMkLst>
          <pc:docMk/>
          <pc:sldMk cId="2386726355" sldId="2539"/>
        </pc:sldMkLst>
      </pc:sldChg>
      <pc:sldChg chg="del">
        <pc:chgData name="佩倫 吳" userId="603067e5563c3615" providerId="LiveId" clId="{125E97DD-B131-6B45-8020-9C9B601D376B}" dt="2024-03-01T13:57:38.679" v="96" actId="2696"/>
        <pc:sldMkLst>
          <pc:docMk/>
          <pc:sldMk cId="1892289926" sldId="2540"/>
        </pc:sldMkLst>
      </pc:sldChg>
      <pc:sldChg chg="del">
        <pc:chgData name="佩倫 吳" userId="603067e5563c3615" providerId="LiveId" clId="{125E97DD-B131-6B45-8020-9C9B601D376B}" dt="2024-03-01T13:57:38.688" v="106" actId="2696"/>
        <pc:sldMkLst>
          <pc:docMk/>
          <pc:sldMk cId="1776439784" sldId="2541"/>
        </pc:sldMkLst>
      </pc:sldChg>
      <pc:sldChg chg="del">
        <pc:chgData name="佩倫 吳" userId="603067e5563c3615" providerId="LiveId" clId="{125E97DD-B131-6B45-8020-9C9B601D376B}" dt="2024-03-01T13:57:38.687" v="104" actId="2696"/>
        <pc:sldMkLst>
          <pc:docMk/>
          <pc:sldMk cId="3756548287" sldId="2542"/>
        </pc:sldMkLst>
      </pc:sldChg>
      <pc:sldChg chg="del">
        <pc:chgData name="佩倫 吳" userId="603067e5563c3615" providerId="LiveId" clId="{125E97DD-B131-6B45-8020-9C9B601D376B}" dt="2024-03-01T13:57:38.661" v="79" actId="2696"/>
        <pc:sldMkLst>
          <pc:docMk/>
          <pc:sldMk cId="1761320935" sldId="2543"/>
        </pc:sldMkLst>
      </pc:sldChg>
      <pc:sldChg chg="del">
        <pc:chgData name="佩倫 吳" userId="603067e5563c3615" providerId="LiveId" clId="{125E97DD-B131-6B45-8020-9C9B601D376B}" dt="2024-03-01T13:57:38.679" v="97" actId="2696"/>
        <pc:sldMkLst>
          <pc:docMk/>
          <pc:sldMk cId="3301913796" sldId="2544"/>
        </pc:sldMkLst>
      </pc:sldChg>
      <pc:sldChg chg="del">
        <pc:chgData name="佩倫 吳" userId="603067e5563c3615" providerId="LiveId" clId="{125E97DD-B131-6B45-8020-9C9B601D376B}" dt="2024-03-01T13:57:38.699" v="109" actId="2696"/>
        <pc:sldMkLst>
          <pc:docMk/>
          <pc:sldMk cId="2958308766" sldId="2545"/>
        </pc:sldMkLst>
      </pc:sldChg>
      <pc:sldChg chg="del">
        <pc:chgData name="佩倫 吳" userId="603067e5563c3615" providerId="LiveId" clId="{125E97DD-B131-6B45-8020-9C9B601D376B}" dt="2024-03-01T13:57:38.702" v="110" actId="2696"/>
        <pc:sldMkLst>
          <pc:docMk/>
          <pc:sldMk cId="2697630880" sldId="2546"/>
        </pc:sldMkLst>
      </pc:sldChg>
      <pc:sldChg chg="del">
        <pc:chgData name="佩倫 吳" userId="603067e5563c3615" providerId="LiveId" clId="{125E97DD-B131-6B45-8020-9C9B601D376B}" dt="2024-03-01T13:57:38.673" v="93" actId="2696"/>
        <pc:sldMkLst>
          <pc:docMk/>
          <pc:sldMk cId="3772251449" sldId="2547"/>
        </pc:sldMkLst>
      </pc:sldChg>
      <pc:sldChg chg="del">
        <pc:chgData name="佩倫 吳" userId="603067e5563c3615" providerId="LiveId" clId="{125E97DD-B131-6B45-8020-9C9B601D376B}" dt="2024-03-01T13:57:38.680" v="99" actId="2696"/>
        <pc:sldMkLst>
          <pc:docMk/>
          <pc:sldMk cId="1433105953" sldId="2548"/>
        </pc:sldMkLst>
      </pc:sldChg>
      <pc:sldChg chg="del">
        <pc:chgData name="佩倫 吳" userId="603067e5563c3615" providerId="LiveId" clId="{125E97DD-B131-6B45-8020-9C9B601D376B}" dt="2024-03-01T13:57:38.653" v="65" actId="2696"/>
        <pc:sldMkLst>
          <pc:docMk/>
          <pc:sldMk cId="3614617745" sldId="2549"/>
        </pc:sldMkLst>
      </pc:sldChg>
      <pc:sldChg chg="del">
        <pc:chgData name="佩倫 吳" userId="603067e5563c3615" providerId="LiveId" clId="{125E97DD-B131-6B45-8020-9C9B601D376B}" dt="2024-03-01T13:57:38.686" v="102" actId="2696"/>
        <pc:sldMkLst>
          <pc:docMk/>
          <pc:sldMk cId="3586812253" sldId="2552"/>
        </pc:sldMkLst>
      </pc:sldChg>
      <pc:sldChg chg="del">
        <pc:chgData name="佩倫 吳" userId="603067e5563c3615" providerId="LiveId" clId="{125E97DD-B131-6B45-8020-9C9B601D376B}" dt="2024-03-01T13:57:38.678" v="95" actId="2696"/>
        <pc:sldMkLst>
          <pc:docMk/>
          <pc:sldMk cId="407898683" sldId="2553"/>
        </pc:sldMkLst>
      </pc:sldChg>
      <pc:sldChg chg="new del">
        <pc:chgData name="佩倫 吳" userId="603067e5563c3615" providerId="LiveId" clId="{125E97DD-B131-6B45-8020-9C9B601D376B}" dt="2024-03-01T13:55:26.846" v="7" actId="680"/>
        <pc:sldMkLst>
          <pc:docMk/>
          <pc:sldMk cId="1441994745" sldId="2554"/>
        </pc:sldMkLst>
      </pc:sldChg>
      <pc:sldChg chg="modSp new mod ord">
        <pc:chgData name="佩倫 吳" userId="603067e5563c3615" providerId="LiveId" clId="{125E97DD-B131-6B45-8020-9C9B601D376B}" dt="2024-03-01T13:56:09.364" v="26" actId="179"/>
        <pc:sldMkLst>
          <pc:docMk/>
          <pc:sldMk cId="2135684557" sldId="2554"/>
        </pc:sldMkLst>
      </pc:sldChg>
      <pc:sldChg chg="new del">
        <pc:chgData name="佩倫 吳" userId="603067e5563c3615" providerId="LiveId" clId="{125E97DD-B131-6B45-8020-9C9B601D376B}" dt="2024-03-01T13:55:26.409" v="6" actId="680"/>
        <pc:sldMkLst>
          <pc:docMk/>
          <pc:sldMk cId="70097152" sldId="2555"/>
        </pc:sldMkLst>
      </pc:sldChg>
      <pc:sldChg chg="modSp add mod">
        <pc:chgData name="佩倫 吳" userId="603067e5563c3615" providerId="LiveId" clId="{125E97DD-B131-6B45-8020-9C9B601D376B}" dt="2024-03-01T13:56:24.414" v="33" actId="179"/>
        <pc:sldMkLst>
          <pc:docMk/>
          <pc:sldMk cId="1993757114" sldId="2555"/>
        </pc:sldMkLst>
      </pc:sldChg>
      <pc:sldChg chg="modSp add mod">
        <pc:chgData name="佩倫 吳" userId="603067e5563c3615" providerId="LiveId" clId="{125E97DD-B131-6B45-8020-9C9B601D376B}" dt="2024-03-01T13:56:34.912" v="38" actId="179"/>
        <pc:sldMkLst>
          <pc:docMk/>
          <pc:sldMk cId="2197709909" sldId="2556"/>
        </pc:sldMkLst>
      </pc:sldChg>
      <pc:sldChg chg="modSp add mod">
        <pc:chgData name="佩倫 吳" userId="603067e5563c3615" providerId="LiveId" clId="{125E97DD-B131-6B45-8020-9C9B601D376B}" dt="2024-03-01T13:56:48.149" v="43" actId="179"/>
        <pc:sldMkLst>
          <pc:docMk/>
          <pc:sldMk cId="1152557607" sldId="2557"/>
        </pc:sldMkLst>
      </pc:sldChg>
      <pc:sldChg chg="modSp add mod">
        <pc:chgData name="佩倫 吳" userId="603067e5563c3615" providerId="LiveId" clId="{125E97DD-B131-6B45-8020-9C9B601D376B}" dt="2024-03-01T13:57:07.981" v="53" actId="179"/>
        <pc:sldMkLst>
          <pc:docMk/>
          <pc:sldMk cId="1928495415" sldId="2558"/>
        </pc:sldMkLst>
      </pc:sldChg>
      <pc:sldChg chg="modSp add mod">
        <pc:chgData name="佩倫 吳" userId="603067e5563c3615" providerId="LiveId" clId="{125E97DD-B131-6B45-8020-9C9B601D376B}" dt="2024-03-01T13:57:20.439" v="58" actId="20577"/>
        <pc:sldMkLst>
          <pc:docMk/>
          <pc:sldMk cId="2142962560" sldId="2559"/>
        </pc:sldMkLst>
      </pc:sldChg>
      <pc:sldChg chg="modSp add mod">
        <pc:chgData name="佩倫 吳" userId="603067e5563c3615" providerId="LiveId" clId="{125E97DD-B131-6B45-8020-9C9B601D376B}" dt="2024-03-01T13:57:32.412" v="63" actId="179"/>
        <pc:sldMkLst>
          <pc:docMk/>
          <pc:sldMk cId="4193089678" sldId="2560"/>
        </pc:sldMkLst>
      </pc:sldChg>
      <pc:sldChg chg="modSp new mod">
        <pc:chgData name="佩倫 吳" userId="603067e5563c3615" providerId="LiveId" clId="{125E97DD-B131-6B45-8020-9C9B601D376B}" dt="2024-03-01T14:01:03.633" v="301" actId="20577"/>
        <pc:sldMkLst>
          <pc:docMk/>
          <pc:sldMk cId="3066704355" sldId="2561"/>
        </pc:sldMkLst>
      </pc:sldChg>
      <pc:sldChg chg="modSp add mod">
        <pc:chgData name="佩倫 吳" userId="603067e5563c3615" providerId="LiveId" clId="{125E97DD-B131-6B45-8020-9C9B601D376B}" dt="2024-03-01T13:58:09.160" v="127" actId="20577"/>
        <pc:sldMkLst>
          <pc:docMk/>
          <pc:sldMk cId="1823924898" sldId="2562"/>
        </pc:sldMkLst>
      </pc:sldChg>
      <pc:sldChg chg="modSp new del mod">
        <pc:chgData name="佩倫 吳" userId="603067e5563c3615" providerId="LiveId" clId="{125E97DD-B131-6B45-8020-9C9B601D376B}" dt="2024-03-01T13:58:00.055" v="121" actId="2696"/>
        <pc:sldMkLst>
          <pc:docMk/>
          <pc:sldMk cId="4139559639" sldId="2562"/>
        </pc:sldMkLst>
      </pc:sldChg>
      <pc:sldChg chg="modSp add mod">
        <pc:chgData name="佩倫 吳" userId="603067e5563c3615" providerId="LiveId" clId="{125E97DD-B131-6B45-8020-9C9B601D376B}" dt="2024-03-01T13:58:12.578" v="131" actId="20577"/>
        <pc:sldMkLst>
          <pc:docMk/>
          <pc:sldMk cId="1500418050" sldId="2563"/>
        </pc:sldMkLst>
      </pc:sldChg>
      <pc:sldChg chg="modSp new mod">
        <pc:chgData name="佩倫 吳" userId="603067e5563c3615" providerId="LiveId" clId="{125E97DD-B131-6B45-8020-9C9B601D376B}" dt="2024-03-01T13:58:51.795" v="165" actId="179"/>
        <pc:sldMkLst>
          <pc:docMk/>
          <pc:sldMk cId="365790240" sldId="2564"/>
        </pc:sldMkLst>
      </pc:sldChg>
      <pc:sldChg chg="modSp add mod">
        <pc:chgData name="佩倫 吳" userId="603067e5563c3615" providerId="LiveId" clId="{125E97DD-B131-6B45-8020-9C9B601D376B}" dt="2024-03-01T13:59:20.145" v="181" actId="404"/>
        <pc:sldMkLst>
          <pc:docMk/>
          <pc:sldMk cId="3268535567" sldId="2565"/>
        </pc:sldMkLst>
      </pc:sldChg>
      <pc:sldChg chg="add del">
        <pc:chgData name="佩倫 吳" userId="603067e5563c3615" providerId="LiveId" clId="{125E97DD-B131-6B45-8020-9C9B601D376B}" dt="2024-03-01T13:59:23.264" v="182" actId="2696"/>
        <pc:sldMkLst>
          <pc:docMk/>
          <pc:sldMk cId="1109903547" sldId="2566"/>
        </pc:sldMkLst>
      </pc:sldChg>
      <pc:sldChg chg="modSp add mod">
        <pc:chgData name="佩倫 吳" userId="603067e5563c3615" providerId="LiveId" clId="{125E97DD-B131-6B45-8020-9C9B601D376B}" dt="2024-03-01T13:58:59.380" v="171" actId="179"/>
        <pc:sldMkLst>
          <pc:docMk/>
          <pc:sldMk cId="2714708613" sldId="2567"/>
        </pc:sldMkLst>
      </pc:sldChg>
      <pc:sldChg chg="addSp delSp modSp new mod">
        <pc:chgData name="佩倫 吳" userId="603067e5563c3615" providerId="LiveId" clId="{125E97DD-B131-6B45-8020-9C9B601D376B}" dt="2024-03-01T13:59:59.157" v="234" actId="179"/>
        <pc:sldMkLst>
          <pc:docMk/>
          <pc:sldMk cId="1034461740" sldId="2568"/>
        </pc:sldMkLst>
      </pc:sldChg>
      <pc:sldChg chg="modSp add mod">
        <pc:chgData name="佩倫 吳" userId="603067e5563c3615" providerId="LiveId" clId="{125E97DD-B131-6B45-8020-9C9B601D376B}" dt="2024-03-01T14:00:11.454" v="242" actId="179"/>
        <pc:sldMkLst>
          <pc:docMk/>
          <pc:sldMk cId="2360681261" sldId="2569"/>
        </pc:sldMkLst>
      </pc:sldChg>
      <pc:sldChg chg="modSp add mod">
        <pc:chgData name="佩倫 吳" userId="603067e5563c3615" providerId="LiveId" clId="{125E97DD-B131-6B45-8020-9C9B601D376B}" dt="2024-03-01T14:00:18.630" v="246" actId="179"/>
        <pc:sldMkLst>
          <pc:docMk/>
          <pc:sldMk cId="4083123329" sldId="2570"/>
        </pc:sldMkLst>
      </pc:sldChg>
      <pc:sldChg chg="modSp new mod">
        <pc:chgData name="佩倫 吳" userId="603067e5563c3615" providerId="LiveId" clId="{125E97DD-B131-6B45-8020-9C9B601D376B}" dt="2024-03-01T14:00:42.426" v="289" actId="179"/>
        <pc:sldMkLst>
          <pc:docMk/>
          <pc:sldMk cId="614231416" sldId="2571"/>
        </pc:sldMkLst>
      </pc:sldChg>
      <pc:sldChg chg="modSp new mod">
        <pc:chgData name="佩倫 吳" userId="603067e5563c3615" providerId="LiveId" clId="{125E97DD-B131-6B45-8020-9C9B601D376B}" dt="2024-03-01T14:00:59.594" v="300" actId="20577"/>
        <pc:sldMkLst>
          <pc:docMk/>
          <pc:sldMk cId="3241100712" sldId="2572"/>
        </pc:sldMkLst>
      </pc:sldChg>
      <pc:sldChg chg="modSp new mod">
        <pc:chgData name="佩倫 吳" userId="603067e5563c3615" providerId="LiveId" clId="{125E97DD-B131-6B45-8020-9C9B601D376B}" dt="2024-03-01T14:02:00.738" v="349" actId="179"/>
        <pc:sldMkLst>
          <pc:docMk/>
          <pc:sldMk cId="2449754348" sldId="2573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3855815995" sldId="2574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2257395317" sldId="2575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184316284" sldId="2576"/>
        </pc:sldMkLst>
      </pc:sldChg>
      <pc:sldChg chg="add del">
        <pc:chgData name="佩倫 吳" userId="603067e5563c3615" providerId="LiveId" clId="{125E97DD-B131-6B45-8020-9C9B601D376B}" dt="2024-03-01T14:02:23.956" v="365" actId="2696"/>
        <pc:sldMkLst>
          <pc:docMk/>
          <pc:sldMk cId="1233866791" sldId="2577"/>
        </pc:sldMkLst>
      </pc:sldChg>
      <pc:sldChg chg="modSp add mod">
        <pc:chgData name="佩倫 吳" userId="603067e5563c3615" providerId="LiveId" clId="{125E97DD-B131-6B45-8020-9C9B601D376B}" dt="2024-03-01T14:02:12.474" v="356" actId="179"/>
        <pc:sldMkLst>
          <pc:docMk/>
          <pc:sldMk cId="822119147" sldId="2578"/>
        </pc:sldMkLst>
      </pc:sldChg>
      <pc:sldChg chg="modSp add mod">
        <pc:chgData name="佩倫 吳" userId="603067e5563c3615" providerId="LiveId" clId="{125E97DD-B131-6B45-8020-9C9B601D376B}" dt="2024-03-01T14:02:21.123" v="364" actId="179"/>
        <pc:sldMkLst>
          <pc:docMk/>
          <pc:sldMk cId="1192831529" sldId="2579"/>
        </pc:sldMkLst>
      </pc:sldChg>
      <pc:sldChg chg="modSp new mod">
        <pc:chgData name="佩倫 吳" userId="603067e5563c3615" providerId="LiveId" clId="{125E97DD-B131-6B45-8020-9C9B601D376B}" dt="2024-03-01T14:03:12.398" v="377" actId="20577"/>
        <pc:sldMkLst>
          <pc:docMk/>
          <pc:sldMk cId="3851763835" sldId="2580"/>
        </pc:sldMkLst>
      </pc:sldChg>
      <pc:sldChg chg="addSp delSp modSp new mod modAnim">
        <pc:chgData name="佩倫 吳" userId="603067e5563c3615" providerId="LiveId" clId="{125E97DD-B131-6B45-8020-9C9B601D376B}" dt="2024-03-01T14:02:41.337" v="370" actId="14100"/>
        <pc:sldMkLst>
          <pc:docMk/>
          <pc:sldMk cId="2072781116" sldId="2581"/>
        </pc:sldMkLst>
      </pc:sldChg>
      <pc:sldChg chg="modSp new mod">
        <pc:chgData name="佩倫 吳" userId="603067e5563c3615" providerId="LiveId" clId="{125E97DD-B131-6B45-8020-9C9B601D376B}" dt="2024-03-01T14:04:39.786" v="440" actId="179"/>
        <pc:sldMkLst>
          <pc:docMk/>
          <pc:sldMk cId="2960496426" sldId="2582"/>
        </pc:sldMkLst>
      </pc:sldChg>
      <pc:sldChg chg="modSp add mod">
        <pc:chgData name="佩倫 吳" userId="603067e5563c3615" providerId="LiveId" clId="{125E97DD-B131-6B45-8020-9C9B601D376B}" dt="2024-03-01T14:03:55.505" v="384" actId="20577"/>
        <pc:sldMkLst>
          <pc:docMk/>
          <pc:sldMk cId="107605507" sldId="2583"/>
        </pc:sldMkLst>
      </pc:sldChg>
      <pc:sldChg chg="modSp add mod">
        <pc:chgData name="佩倫 吳" userId="603067e5563c3615" providerId="LiveId" clId="{125E97DD-B131-6B45-8020-9C9B601D376B}" dt="2024-03-01T14:03:58.405" v="385"/>
        <pc:sldMkLst>
          <pc:docMk/>
          <pc:sldMk cId="3346596047" sldId="2584"/>
        </pc:sldMkLst>
      </pc:sldChg>
      <pc:sldChg chg="modSp add mod">
        <pc:chgData name="佩倫 吳" userId="603067e5563c3615" providerId="LiveId" clId="{125E97DD-B131-6B45-8020-9C9B601D376B}" dt="2024-03-01T14:04:00.841" v="386"/>
        <pc:sldMkLst>
          <pc:docMk/>
          <pc:sldMk cId="1414687522" sldId="2585"/>
        </pc:sldMkLst>
      </pc:sldChg>
      <pc:sldChg chg="modSp add mod">
        <pc:chgData name="佩倫 吳" userId="603067e5563c3615" providerId="LiveId" clId="{125E97DD-B131-6B45-8020-9C9B601D376B}" dt="2024-03-01T14:04:02.449" v="387"/>
        <pc:sldMkLst>
          <pc:docMk/>
          <pc:sldMk cId="2155994779" sldId="2586"/>
        </pc:sldMkLst>
      </pc:sldChg>
      <pc:sldChg chg="modSp add mod">
        <pc:chgData name="佩倫 吳" userId="603067e5563c3615" providerId="LiveId" clId="{125E97DD-B131-6B45-8020-9C9B601D376B}" dt="2024-03-01T14:04:04.919" v="388"/>
        <pc:sldMkLst>
          <pc:docMk/>
          <pc:sldMk cId="431819345" sldId="2587"/>
        </pc:sldMkLst>
      </pc:sldChg>
      <pc:sldChg chg="modSp new mod">
        <pc:chgData name="佩倫 吳" userId="603067e5563c3615" providerId="LiveId" clId="{125E97DD-B131-6B45-8020-9C9B601D376B}" dt="2024-03-01T14:05:08.449" v="495" actId="179"/>
        <pc:sldMkLst>
          <pc:docMk/>
          <pc:sldMk cId="2363467721" sldId="2588"/>
        </pc:sldMkLst>
      </pc:sldChg>
      <pc:sldChg chg="modSp add mod">
        <pc:chgData name="佩倫 吳" userId="603067e5563c3615" providerId="LiveId" clId="{125E97DD-B131-6B45-8020-9C9B601D376B}" dt="2024-03-01T14:05:17.617" v="501" actId="179"/>
        <pc:sldMkLst>
          <pc:docMk/>
          <pc:sldMk cId="3424567898" sldId="2589"/>
        </pc:sldMkLst>
      </pc:sldChg>
      <pc:sldChg chg="modSp add mod">
        <pc:chgData name="佩倫 吳" userId="603067e5563c3615" providerId="LiveId" clId="{125E97DD-B131-6B45-8020-9C9B601D376B}" dt="2024-03-01T14:05:23.054" v="505" actId="179"/>
        <pc:sldMkLst>
          <pc:docMk/>
          <pc:sldMk cId="4258647240" sldId="2590"/>
        </pc:sldMkLst>
      </pc:sldChg>
      <pc:sldChg chg="modSp new mod">
        <pc:chgData name="佩倫 吳" userId="603067e5563c3615" providerId="LiveId" clId="{125E97DD-B131-6B45-8020-9C9B601D376B}" dt="2024-03-01T14:05:37.919" v="512" actId="122"/>
        <pc:sldMkLst>
          <pc:docMk/>
          <pc:sldMk cId="3256415330" sldId="2591"/>
        </pc:sldMkLst>
      </pc:sldChg>
      <pc:sldChg chg="modSp new mod">
        <pc:chgData name="佩倫 吳" userId="603067e5563c3615" providerId="LiveId" clId="{125E97DD-B131-6B45-8020-9C9B601D376B}" dt="2024-03-01T14:06:11.482" v="568" actId="179"/>
        <pc:sldMkLst>
          <pc:docMk/>
          <pc:sldMk cId="2056176188" sldId="2592"/>
        </pc:sldMkLst>
      </pc:sldChg>
      <pc:sldChg chg="modSp add mod">
        <pc:chgData name="佩倫 吳" userId="603067e5563c3615" providerId="LiveId" clId="{125E97DD-B131-6B45-8020-9C9B601D376B}" dt="2024-03-01T14:06:28.916" v="578" actId="404"/>
        <pc:sldMkLst>
          <pc:docMk/>
          <pc:sldMk cId="4288975049" sldId="2593"/>
        </pc:sldMkLst>
      </pc:sldChg>
      <pc:sldChg chg="modSp new mod">
        <pc:chgData name="佩倫 吳" userId="603067e5563c3615" providerId="LiveId" clId="{125E97DD-B131-6B45-8020-9C9B601D376B}" dt="2024-03-01T14:06:51.033" v="596" actId="179"/>
        <pc:sldMkLst>
          <pc:docMk/>
          <pc:sldMk cId="3591294492" sldId="2594"/>
        </pc:sldMkLst>
      </pc:sldChg>
      <pc:sldChg chg="modSp new mod">
        <pc:chgData name="佩倫 吳" userId="603067e5563c3615" providerId="LiveId" clId="{125E97DD-B131-6B45-8020-9C9B601D376B}" dt="2024-03-01T14:07:25.549" v="655" actId="179"/>
        <pc:sldMkLst>
          <pc:docMk/>
          <pc:sldMk cId="3897443675" sldId="2595"/>
        </pc:sldMkLst>
      </pc:sldChg>
      <pc:sldChg chg="modSp add mod">
        <pc:chgData name="佩倫 吳" userId="603067e5563c3615" providerId="LiveId" clId="{125E97DD-B131-6B45-8020-9C9B601D376B}" dt="2024-03-01T14:07:32.683" v="660" actId="179"/>
        <pc:sldMkLst>
          <pc:docMk/>
          <pc:sldMk cId="261530093" sldId="2596"/>
        </pc:sldMkLst>
      </pc:sldChg>
      <pc:sldChg chg="modSp new mod">
        <pc:chgData name="佩倫 吳" userId="603067e5563c3615" providerId="LiveId" clId="{125E97DD-B131-6B45-8020-9C9B601D376B}" dt="2024-03-01T14:07:55.564" v="672" actId="179"/>
        <pc:sldMkLst>
          <pc:docMk/>
          <pc:sldMk cId="1911987522" sldId="2597"/>
        </pc:sldMkLst>
      </pc:sldChg>
      <pc:sldChg chg="modSp add mod">
        <pc:chgData name="佩倫 吳" userId="603067e5563c3615" providerId="LiveId" clId="{125E97DD-B131-6B45-8020-9C9B601D376B}" dt="2024-03-01T14:08:11.495" v="681" actId="179"/>
        <pc:sldMkLst>
          <pc:docMk/>
          <pc:sldMk cId="373485556" sldId="2598"/>
        </pc:sldMkLst>
      </pc:sldChg>
      <pc:sldChg chg="modSp new mod">
        <pc:chgData name="佩倫 吳" userId="603067e5563c3615" providerId="LiveId" clId="{125E97DD-B131-6B45-8020-9C9B601D376B}" dt="2024-03-01T14:08:58.445" v="784" actId="179"/>
        <pc:sldMkLst>
          <pc:docMk/>
          <pc:sldMk cId="786087108" sldId="2599"/>
        </pc:sldMkLst>
      </pc:sldChg>
      <pc:sldChg chg="modSp add mod">
        <pc:chgData name="佩倫 吳" userId="603067e5563c3615" providerId="LiveId" clId="{125E97DD-B131-6B45-8020-9C9B601D376B}" dt="2024-03-01T14:09:31.830" v="802" actId="179"/>
        <pc:sldMkLst>
          <pc:docMk/>
          <pc:sldMk cId="101909061" sldId="2600"/>
        </pc:sldMkLst>
      </pc:sldChg>
      <pc:sldChg chg="modSp new mod">
        <pc:chgData name="佩倫 吳" userId="603067e5563c3615" providerId="LiveId" clId="{125E97DD-B131-6B45-8020-9C9B601D376B}" dt="2024-03-01T14:09:46.444" v="809" actId="179"/>
        <pc:sldMkLst>
          <pc:docMk/>
          <pc:sldMk cId="2320523746" sldId="2601"/>
        </pc:sldMkLst>
      </pc:sldChg>
      <pc:sldChg chg="modSp new mod">
        <pc:chgData name="佩倫 吳" userId="603067e5563c3615" providerId="LiveId" clId="{125E97DD-B131-6B45-8020-9C9B601D376B}" dt="2024-03-01T14:10:35.077" v="860" actId="179"/>
        <pc:sldMkLst>
          <pc:docMk/>
          <pc:sldMk cId="270722606" sldId="2602"/>
        </pc:sldMkLst>
      </pc:sldChg>
      <pc:sldChg chg="modSp add mod">
        <pc:chgData name="佩倫 吳" userId="603067e5563c3615" providerId="LiveId" clId="{125E97DD-B131-6B45-8020-9C9B601D376B}" dt="2024-03-01T14:11:01.814" v="876" actId="21"/>
        <pc:sldMkLst>
          <pc:docMk/>
          <pc:sldMk cId="2998014702" sldId="2603"/>
        </pc:sldMkLst>
      </pc:sldChg>
      <pc:sldChg chg="modSp add mod">
        <pc:chgData name="佩倫 吳" userId="603067e5563c3615" providerId="LiveId" clId="{125E97DD-B131-6B45-8020-9C9B601D376B}" dt="2024-03-01T14:11:06.828" v="880" actId="179"/>
        <pc:sldMkLst>
          <pc:docMk/>
          <pc:sldMk cId="513090765" sldId="2604"/>
        </pc:sldMkLst>
      </pc:sldChg>
      <pc:sldChg chg="modSp new mod">
        <pc:chgData name="佩倫 吳" userId="603067e5563c3615" providerId="LiveId" clId="{125E97DD-B131-6B45-8020-9C9B601D376B}" dt="2024-03-01T14:11:42.528" v="894" actId="179"/>
        <pc:sldMkLst>
          <pc:docMk/>
          <pc:sldMk cId="2221538728" sldId="2605"/>
        </pc:sldMkLst>
      </pc:sldChg>
      <pc:sldChg chg="modSp new mod">
        <pc:chgData name="佩倫 吳" userId="603067e5563c3615" providerId="LiveId" clId="{125E97DD-B131-6B45-8020-9C9B601D376B}" dt="2024-03-01T14:12:03.231" v="904" actId="179"/>
        <pc:sldMkLst>
          <pc:docMk/>
          <pc:sldMk cId="3929382682" sldId="2606"/>
        </pc:sldMkLst>
      </pc:sldChg>
      <pc:sldChg chg="modSp add mod">
        <pc:chgData name="佩倫 吳" userId="603067e5563c3615" providerId="LiveId" clId="{125E97DD-B131-6B45-8020-9C9B601D376B}" dt="2024-03-01T14:12:15.463" v="912" actId="179"/>
        <pc:sldMkLst>
          <pc:docMk/>
          <pc:sldMk cId="3937733979" sldId="2607"/>
        </pc:sldMkLst>
      </pc:sldChg>
    </pc:docChg>
  </pc:docChgLst>
  <pc:docChgLst>
    <pc:chgData name="佩倫 吳" userId="603067e5563c3615" providerId="LiveId" clId="{7FA6B5B7-BE03-224C-8164-BFE61C2B1720}"/>
    <pc:docChg chg="undo custSel addSld delSld modSld sldOrd">
      <pc:chgData name="佩倫 吳" userId="603067e5563c3615" providerId="LiveId" clId="{7FA6B5B7-BE03-224C-8164-BFE61C2B1720}" dt="2024-07-12T15:16:15.083" v="743" actId="179"/>
      <pc:docMkLst>
        <pc:docMk/>
      </pc:docMkLst>
      <pc:sldChg chg="modSp mod">
        <pc:chgData name="佩倫 吳" userId="603067e5563c3615" providerId="LiveId" clId="{7FA6B5B7-BE03-224C-8164-BFE61C2B1720}" dt="2024-07-12T15:02:44.811" v="50"/>
        <pc:sldMkLst>
          <pc:docMk/>
          <pc:sldMk cId="1388116533" sldId="523"/>
        </pc:sldMkLst>
      </pc:sldChg>
      <pc:sldChg chg="del">
        <pc:chgData name="佩倫 吳" userId="603067e5563c3615" providerId="LiveId" clId="{7FA6B5B7-BE03-224C-8164-BFE61C2B1720}" dt="2024-07-12T15:02:28.240" v="11" actId="2696"/>
        <pc:sldMkLst>
          <pc:docMk/>
          <pc:sldMk cId="682837910" sldId="2805"/>
        </pc:sldMkLst>
      </pc:sldChg>
      <pc:sldChg chg="del">
        <pc:chgData name="佩倫 吳" userId="603067e5563c3615" providerId="LiveId" clId="{7FA6B5B7-BE03-224C-8164-BFE61C2B1720}" dt="2024-07-12T15:02:13.802" v="0" actId="2696"/>
        <pc:sldMkLst>
          <pc:docMk/>
          <pc:sldMk cId="3268458723" sldId="2807"/>
        </pc:sldMkLst>
      </pc:sldChg>
      <pc:sldChg chg="del">
        <pc:chgData name="佩倫 吳" userId="603067e5563c3615" providerId="LiveId" clId="{7FA6B5B7-BE03-224C-8164-BFE61C2B1720}" dt="2024-07-12T15:02:13.806" v="3" actId="2696"/>
        <pc:sldMkLst>
          <pc:docMk/>
          <pc:sldMk cId="3075910061" sldId="2808"/>
        </pc:sldMkLst>
      </pc:sldChg>
      <pc:sldChg chg="del">
        <pc:chgData name="佩倫 吳" userId="603067e5563c3615" providerId="LiveId" clId="{7FA6B5B7-BE03-224C-8164-BFE61C2B1720}" dt="2024-07-12T15:02:13.803" v="2" actId="2696"/>
        <pc:sldMkLst>
          <pc:docMk/>
          <pc:sldMk cId="3904782718" sldId="2809"/>
        </pc:sldMkLst>
      </pc:sldChg>
      <pc:sldChg chg="del">
        <pc:chgData name="佩倫 吳" userId="603067e5563c3615" providerId="LiveId" clId="{7FA6B5B7-BE03-224C-8164-BFE61C2B1720}" dt="2024-07-12T15:02:13.810" v="5" actId="2696"/>
        <pc:sldMkLst>
          <pc:docMk/>
          <pc:sldMk cId="3089758933" sldId="2810"/>
        </pc:sldMkLst>
      </pc:sldChg>
      <pc:sldChg chg="del">
        <pc:chgData name="佩倫 吳" userId="603067e5563c3615" providerId="LiveId" clId="{7FA6B5B7-BE03-224C-8164-BFE61C2B1720}" dt="2024-07-12T15:02:13.806" v="4" actId="2696"/>
        <pc:sldMkLst>
          <pc:docMk/>
          <pc:sldMk cId="2512904349" sldId="2811"/>
        </pc:sldMkLst>
      </pc:sldChg>
      <pc:sldChg chg="del">
        <pc:chgData name="佩倫 吳" userId="603067e5563c3615" providerId="LiveId" clId="{7FA6B5B7-BE03-224C-8164-BFE61C2B1720}" dt="2024-07-12T15:02:13.813" v="6" actId="2696"/>
        <pc:sldMkLst>
          <pc:docMk/>
          <pc:sldMk cId="136995374" sldId="2812"/>
        </pc:sldMkLst>
      </pc:sldChg>
      <pc:sldChg chg="del">
        <pc:chgData name="佩倫 吳" userId="603067e5563c3615" providerId="LiveId" clId="{7FA6B5B7-BE03-224C-8164-BFE61C2B1720}" dt="2024-07-12T15:02:13.802" v="1" actId="2696"/>
        <pc:sldMkLst>
          <pc:docMk/>
          <pc:sldMk cId="3593880830" sldId="2813"/>
        </pc:sldMkLst>
      </pc:sldChg>
      <pc:sldChg chg="del">
        <pc:chgData name="佩倫 吳" userId="603067e5563c3615" providerId="LiveId" clId="{7FA6B5B7-BE03-224C-8164-BFE61C2B1720}" dt="2024-07-12T15:02:13.816" v="7" actId="2696"/>
        <pc:sldMkLst>
          <pc:docMk/>
          <pc:sldMk cId="3604424054" sldId="2814"/>
        </pc:sldMkLst>
      </pc:sldChg>
      <pc:sldChg chg="del">
        <pc:chgData name="佩倫 吳" userId="603067e5563c3615" providerId="LiveId" clId="{7FA6B5B7-BE03-224C-8164-BFE61C2B1720}" dt="2024-07-12T15:02:17.142" v="10" actId="2696"/>
        <pc:sldMkLst>
          <pc:docMk/>
          <pc:sldMk cId="3089822561" sldId="2815"/>
        </pc:sldMkLst>
      </pc:sldChg>
      <pc:sldChg chg="del">
        <pc:chgData name="佩倫 吳" userId="603067e5563c3615" providerId="LiveId" clId="{7FA6B5B7-BE03-224C-8164-BFE61C2B1720}" dt="2024-07-12T15:02:17.140" v="9" actId="2696"/>
        <pc:sldMkLst>
          <pc:docMk/>
          <pc:sldMk cId="1582043290" sldId="2816"/>
        </pc:sldMkLst>
      </pc:sldChg>
      <pc:sldChg chg="del">
        <pc:chgData name="佩倫 吳" userId="603067e5563c3615" providerId="LiveId" clId="{7FA6B5B7-BE03-224C-8164-BFE61C2B1720}" dt="2024-07-12T15:02:28.247" v="16" actId="2696"/>
        <pc:sldMkLst>
          <pc:docMk/>
          <pc:sldMk cId="2582421779" sldId="2817"/>
        </pc:sldMkLst>
      </pc:sldChg>
      <pc:sldChg chg="del">
        <pc:chgData name="佩倫 吳" userId="603067e5563c3615" providerId="LiveId" clId="{7FA6B5B7-BE03-224C-8164-BFE61C2B1720}" dt="2024-07-12T15:02:28.253" v="20" actId="2696"/>
        <pc:sldMkLst>
          <pc:docMk/>
          <pc:sldMk cId="627749415" sldId="2818"/>
        </pc:sldMkLst>
      </pc:sldChg>
      <pc:sldChg chg="del">
        <pc:chgData name="佩倫 吳" userId="603067e5563c3615" providerId="LiveId" clId="{7FA6B5B7-BE03-224C-8164-BFE61C2B1720}" dt="2024-07-12T15:02:28.265" v="38" actId="2696"/>
        <pc:sldMkLst>
          <pc:docMk/>
          <pc:sldMk cId="3794224977" sldId="2819"/>
        </pc:sldMkLst>
      </pc:sldChg>
      <pc:sldChg chg="del">
        <pc:chgData name="佩倫 吳" userId="603067e5563c3615" providerId="LiveId" clId="{7FA6B5B7-BE03-224C-8164-BFE61C2B1720}" dt="2024-07-12T15:02:28.247" v="17" actId="2696"/>
        <pc:sldMkLst>
          <pc:docMk/>
          <pc:sldMk cId="3565128255" sldId="2820"/>
        </pc:sldMkLst>
      </pc:sldChg>
      <pc:sldChg chg="del">
        <pc:chgData name="佩倫 吳" userId="603067e5563c3615" providerId="LiveId" clId="{7FA6B5B7-BE03-224C-8164-BFE61C2B1720}" dt="2024-07-12T15:02:28.271" v="43" actId="2696"/>
        <pc:sldMkLst>
          <pc:docMk/>
          <pc:sldMk cId="3117110600" sldId="2821"/>
        </pc:sldMkLst>
      </pc:sldChg>
      <pc:sldChg chg="del">
        <pc:chgData name="佩倫 吳" userId="603067e5563c3615" providerId="LiveId" clId="{7FA6B5B7-BE03-224C-8164-BFE61C2B1720}" dt="2024-07-12T15:02:28.258" v="29" actId="2696"/>
        <pc:sldMkLst>
          <pc:docMk/>
          <pc:sldMk cId="1650604409" sldId="2822"/>
        </pc:sldMkLst>
      </pc:sldChg>
      <pc:sldChg chg="del">
        <pc:chgData name="佩倫 吳" userId="603067e5563c3615" providerId="LiveId" clId="{7FA6B5B7-BE03-224C-8164-BFE61C2B1720}" dt="2024-07-12T15:02:28.256" v="26" actId="2696"/>
        <pc:sldMkLst>
          <pc:docMk/>
          <pc:sldMk cId="56886457" sldId="2823"/>
        </pc:sldMkLst>
      </pc:sldChg>
      <pc:sldChg chg="del">
        <pc:chgData name="佩倫 吳" userId="603067e5563c3615" providerId="LiveId" clId="{7FA6B5B7-BE03-224C-8164-BFE61C2B1720}" dt="2024-07-12T15:02:28.259" v="32" actId="2696"/>
        <pc:sldMkLst>
          <pc:docMk/>
          <pc:sldMk cId="3938788715" sldId="2824"/>
        </pc:sldMkLst>
      </pc:sldChg>
      <pc:sldChg chg="del">
        <pc:chgData name="佩倫 吳" userId="603067e5563c3615" providerId="LiveId" clId="{7FA6B5B7-BE03-224C-8164-BFE61C2B1720}" dt="2024-07-12T15:02:28.260" v="34" actId="2696"/>
        <pc:sldMkLst>
          <pc:docMk/>
          <pc:sldMk cId="2741003356" sldId="2825"/>
        </pc:sldMkLst>
      </pc:sldChg>
      <pc:sldChg chg="del">
        <pc:chgData name="佩倫 吳" userId="603067e5563c3615" providerId="LiveId" clId="{7FA6B5B7-BE03-224C-8164-BFE61C2B1720}" dt="2024-07-12T15:02:28.258" v="30" actId="2696"/>
        <pc:sldMkLst>
          <pc:docMk/>
          <pc:sldMk cId="1217853629" sldId="2826"/>
        </pc:sldMkLst>
      </pc:sldChg>
      <pc:sldChg chg="del">
        <pc:chgData name="佩倫 吳" userId="603067e5563c3615" providerId="LiveId" clId="{7FA6B5B7-BE03-224C-8164-BFE61C2B1720}" dt="2024-07-12T15:02:28.257" v="28" actId="2696"/>
        <pc:sldMkLst>
          <pc:docMk/>
          <pc:sldMk cId="429940086" sldId="2827"/>
        </pc:sldMkLst>
      </pc:sldChg>
      <pc:sldChg chg="del">
        <pc:chgData name="佩倫 吳" userId="603067e5563c3615" providerId="LiveId" clId="{7FA6B5B7-BE03-224C-8164-BFE61C2B1720}" dt="2024-07-12T15:02:28.255" v="24" actId="2696"/>
        <pc:sldMkLst>
          <pc:docMk/>
          <pc:sldMk cId="172696232" sldId="2828"/>
        </pc:sldMkLst>
      </pc:sldChg>
      <pc:sldChg chg="del">
        <pc:chgData name="佩倫 吳" userId="603067e5563c3615" providerId="LiveId" clId="{7FA6B5B7-BE03-224C-8164-BFE61C2B1720}" dt="2024-07-12T15:02:28.253" v="21" actId="2696"/>
        <pc:sldMkLst>
          <pc:docMk/>
          <pc:sldMk cId="1345104894" sldId="2829"/>
        </pc:sldMkLst>
      </pc:sldChg>
      <pc:sldChg chg="del">
        <pc:chgData name="佩倫 吳" userId="603067e5563c3615" providerId="LiveId" clId="{7FA6B5B7-BE03-224C-8164-BFE61C2B1720}" dt="2024-07-12T15:02:28.257" v="27" actId="2696"/>
        <pc:sldMkLst>
          <pc:docMk/>
          <pc:sldMk cId="793639737" sldId="2830"/>
        </pc:sldMkLst>
      </pc:sldChg>
      <pc:sldChg chg="del">
        <pc:chgData name="佩倫 吳" userId="603067e5563c3615" providerId="LiveId" clId="{7FA6B5B7-BE03-224C-8164-BFE61C2B1720}" dt="2024-07-12T15:02:28.242" v="14" actId="2696"/>
        <pc:sldMkLst>
          <pc:docMk/>
          <pc:sldMk cId="3544350709" sldId="2831"/>
        </pc:sldMkLst>
      </pc:sldChg>
      <pc:sldChg chg="del">
        <pc:chgData name="佩倫 吳" userId="603067e5563c3615" providerId="LiveId" clId="{7FA6B5B7-BE03-224C-8164-BFE61C2B1720}" dt="2024-07-12T15:02:28.267" v="42" actId="2696"/>
        <pc:sldMkLst>
          <pc:docMk/>
          <pc:sldMk cId="1655574022" sldId="2832"/>
        </pc:sldMkLst>
      </pc:sldChg>
      <pc:sldChg chg="del">
        <pc:chgData name="佩倫 吳" userId="603067e5563c3615" providerId="LiveId" clId="{7FA6B5B7-BE03-224C-8164-BFE61C2B1720}" dt="2024-07-12T15:02:28.241" v="13" actId="2696"/>
        <pc:sldMkLst>
          <pc:docMk/>
          <pc:sldMk cId="4177886944" sldId="2834"/>
        </pc:sldMkLst>
      </pc:sldChg>
      <pc:sldChg chg="del">
        <pc:chgData name="佩倫 吳" userId="603067e5563c3615" providerId="LiveId" clId="{7FA6B5B7-BE03-224C-8164-BFE61C2B1720}" dt="2024-07-12T15:02:28.266" v="39" actId="2696"/>
        <pc:sldMkLst>
          <pc:docMk/>
          <pc:sldMk cId="3380748134" sldId="2835"/>
        </pc:sldMkLst>
      </pc:sldChg>
      <pc:sldChg chg="del">
        <pc:chgData name="佩倫 吳" userId="603067e5563c3615" providerId="LiveId" clId="{7FA6B5B7-BE03-224C-8164-BFE61C2B1720}" dt="2024-07-12T15:02:28.256" v="25" actId="2696"/>
        <pc:sldMkLst>
          <pc:docMk/>
          <pc:sldMk cId="2532958843" sldId="2836"/>
        </pc:sldMkLst>
      </pc:sldChg>
      <pc:sldChg chg="del">
        <pc:chgData name="佩倫 吳" userId="603067e5563c3615" providerId="LiveId" clId="{7FA6B5B7-BE03-224C-8164-BFE61C2B1720}" dt="2024-07-12T15:02:28.243" v="15" actId="2696"/>
        <pc:sldMkLst>
          <pc:docMk/>
          <pc:sldMk cId="964019899" sldId="2837"/>
        </pc:sldMkLst>
      </pc:sldChg>
      <pc:sldChg chg="del">
        <pc:chgData name="佩倫 吳" userId="603067e5563c3615" providerId="LiveId" clId="{7FA6B5B7-BE03-224C-8164-BFE61C2B1720}" dt="2024-07-12T15:02:28.259" v="33" actId="2696"/>
        <pc:sldMkLst>
          <pc:docMk/>
          <pc:sldMk cId="129896157" sldId="2838"/>
        </pc:sldMkLst>
      </pc:sldChg>
      <pc:sldChg chg="del">
        <pc:chgData name="佩倫 吳" userId="603067e5563c3615" providerId="LiveId" clId="{7FA6B5B7-BE03-224C-8164-BFE61C2B1720}" dt="2024-07-12T15:02:28.241" v="12" actId="2696"/>
        <pc:sldMkLst>
          <pc:docMk/>
          <pc:sldMk cId="3636516071" sldId="2839"/>
        </pc:sldMkLst>
      </pc:sldChg>
      <pc:sldChg chg="del">
        <pc:chgData name="佩倫 吳" userId="603067e5563c3615" providerId="LiveId" clId="{7FA6B5B7-BE03-224C-8164-BFE61C2B1720}" dt="2024-07-12T15:02:28.248" v="19" actId="2696"/>
        <pc:sldMkLst>
          <pc:docMk/>
          <pc:sldMk cId="398626457" sldId="2840"/>
        </pc:sldMkLst>
      </pc:sldChg>
      <pc:sldChg chg="del">
        <pc:chgData name="佩倫 吳" userId="603067e5563c3615" providerId="LiveId" clId="{7FA6B5B7-BE03-224C-8164-BFE61C2B1720}" dt="2024-07-12T15:02:28.254" v="22" actId="2696"/>
        <pc:sldMkLst>
          <pc:docMk/>
          <pc:sldMk cId="820311392" sldId="2841"/>
        </pc:sldMkLst>
      </pc:sldChg>
      <pc:sldChg chg="del">
        <pc:chgData name="佩倫 吳" userId="603067e5563c3615" providerId="LiveId" clId="{7FA6B5B7-BE03-224C-8164-BFE61C2B1720}" dt="2024-07-12T15:02:28.261" v="37" actId="2696"/>
        <pc:sldMkLst>
          <pc:docMk/>
          <pc:sldMk cId="3203823887" sldId="2842"/>
        </pc:sldMkLst>
      </pc:sldChg>
      <pc:sldChg chg="del">
        <pc:chgData name="佩倫 吳" userId="603067e5563c3615" providerId="LiveId" clId="{7FA6B5B7-BE03-224C-8164-BFE61C2B1720}" dt="2024-07-12T15:02:28.255" v="23" actId="2696"/>
        <pc:sldMkLst>
          <pc:docMk/>
          <pc:sldMk cId="214575175" sldId="2843"/>
        </pc:sldMkLst>
      </pc:sldChg>
      <pc:sldChg chg="del">
        <pc:chgData name="佩倫 吳" userId="603067e5563c3615" providerId="LiveId" clId="{7FA6B5B7-BE03-224C-8164-BFE61C2B1720}" dt="2024-07-12T15:02:28.261" v="36" actId="2696"/>
        <pc:sldMkLst>
          <pc:docMk/>
          <pc:sldMk cId="361906494" sldId="2844"/>
        </pc:sldMkLst>
      </pc:sldChg>
      <pc:sldChg chg="del">
        <pc:chgData name="佩倫 吳" userId="603067e5563c3615" providerId="LiveId" clId="{7FA6B5B7-BE03-224C-8164-BFE61C2B1720}" dt="2024-07-12T15:02:28.266" v="41" actId="2696"/>
        <pc:sldMkLst>
          <pc:docMk/>
          <pc:sldMk cId="1525641009" sldId="2845"/>
        </pc:sldMkLst>
      </pc:sldChg>
      <pc:sldChg chg="del">
        <pc:chgData name="佩倫 吳" userId="603067e5563c3615" providerId="LiveId" clId="{7FA6B5B7-BE03-224C-8164-BFE61C2B1720}" dt="2024-07-12T15:02:28.266" v="40" actId="2696"/>
        <pc:sldMkLst>
          <pc:docMk/>
          <pc:sldMk cId="2046075804" sldId="2846"/>
        </pc:sldMkLst>
      </pc:sldChg>
      <pc:sldChg chg="del">
        <pc:chgData name="佩倫 吳" userId="603067e5563c3615" providerId="LiveId" clId="{7FA6B5B7-BE03-224C-8164-BFE61C2B1720}" dt="2024-07-12T15:02:28.274" v="44" actId="2696"/>
        <pc:sldMkLst>
          <pc:docMk/>
          <pc:sldMk cId="2881531842" sldId="2847"/>
        </pc:sldMkLst>
      </pc:sldChg>
      <pc:sldChg chg="del">
        <pc:chgData name="佩倫 吳" userId="603067e5563c3615" providerId="LiveId" clId="{7FA6B5B7-BE03-224C-8164-BFE61C2B1720}" dt="2024-07-12T15:02:28.258" v="31" actId="2696"/>
        <pc:sldMkLst>
          <pc:docMk/>
          <pc:sldMk cId="2626878329" sldId="2848"/>
        </pc:sldMkLst>
      </pc:sldChg>
      <pc:sldChg chg="del">
        <pc:chgData name="佩倫 吳" userId="603067e5563c3615" providerId="LiveId" clId="{7FA6B5B7-BE03-224C-8164-BFE61C2B1720}" dt="2024-07-12T15:02:28.248" v="18" actId="2696"/>
        <pc:sldMkLst>
          <pc:docMk/>
          <pc:sldMk cId="3129739050" sldId="2849"/>
        </pc:sldMkLst>
      </pc:sldChg>
      <pc:sldChg chg="del">
        <pc:chgData name="佩倫 吳" userId="603067e5563c3615" providerId="LiveId" clId="{7FA6B5B7-BE03-224C-8164-BFE61C2B1720}" dt="2024-07-12T15:02:28.260" v="35" actId="2696"/>
        <pc:sldMkLst>
          <pc:docMk/>
          <pc:sldMk cId="3523876963" sldId="2850"/>
        </pc:sldMkLst>
      </pc:sldChg>
      <pc:sldChg chg="del">
        <pc:chgData name="佩倫 吳" userId="603067e5563c3615" providerId="LiveId" clId="{7FA6B5B7-BE03-224C-8164-BFE61C2B1720}" dt="2024-07-12T15:02:28.277" v="45" actId="2696"/>
        <pc:sldMkLst>
          <pc:docMk/>
          <pc:sldMk cId="3643669754" sldId="2851"/>
        </pc:sldMkLst>
      </pc:sldChg>
      <pc:sldChg chg="modSp new mod">
        <pc:chgData name="佩倫 吳" userId="603067e5563c3615" providerId="LiveId" clId="{7FA6B5B7-BE03-224C-8164-BFE61C2B1720}" dt="2024-07-12T15:03:07.753" v="70" actId="179"/>
        <pc:sldMkLst>
          <pc:docMk/>
          <pc:sldMk cId="892126139" sldId="2852"/>
        </pc:sldMkLst>
      </pc:sldChg>
      <pc:sldChg chg="modSp new mod">
        <pc:chgData name="佩倫 吳" userId="603067e5563c3615" providerId="LiveId" clId="{7FA6B5B7-BE03-224C-8164-BFE61C2B1720}" dt="2024-07-12T15:04:46.403" v="117" actId="122"/>
        <pc:sldMkLst>
          <pc:docMk/>
          <pc:sldMk cId="2675613047" sldId="2853"/>
        </pc:sldMkLst>
      </pc:sldChg>
      <pc:sldChg chg="modSp new mod">
        <pc:chgData name="佩倫 吳" userId="603067e5563c3615" providerId="LiveId" clId="{7FA6B5B7-BE03-224C-8164-BFE61C2B1720}" dt="2024-07-12T15:06:19.704" v="189" actId="122"/>
        <pc:sldMkLst>
          <pc:docMk/>
          <pc:sldMk cId="1949319624" sldId="2854"/>
        </pc:sldMkLst>
      </pc:sldChg>
      <pc:sldChg chg="addSp delSp modSp new mod">
        <pc:chgData name="佩倫 吳" userId="603067e5563c3615" providerId="LiveId" clId="{7FA6B5B7-BE03-224C-8164-BFE61C2B1720}" dt="2024-07-12T15:07:10.719" v="258" actId="179"/>
        <pc:sldMkLst>
          <pc:docMk/>
          <pc:sldMk cId="4056162839" sldId="2855"/>
        </pc:sldMkLst>
      </pc:sldChg>
      <pc:sldChg chg="modSp add mod">
        <pc:chgData name="佩倫 吳" userId="603067e5563c3615" providerId="LiveId" clId="{7FA6B5B7-BE03-224C-8164-BFE61C2B1720}" dt="2024-07-12T15:03:17.352" v="74" actId="179"/>
        <pc:sldMkLst>
          <pc:docMk/>
          <pc:sldMk cId="3165224657" sldId="2856"/>
        </pc:sldMkLst>
      </pc:sldChg>
      <pc:sldChg chg="modSp add mod">
        <pc:chgData name="佩倫 吳" userId="603067e5563c3615" providerId="LiveId" clId="{7FA6B5B7-BE03-224C-8164-BFE61C2B1720}" dt="2024-07-12T15:03:26.351" v="78" actId="179"/>
        <pc:sldMkLst>
          <pc:docMk/>
          <pc:sldMk cId="705566171" sldId="2857"/>
        </pc:sldMkLst>
      </pc:sldChg>
      <pc:sldChg chg="modSp add mod">
        <pc:chgData name="佩倫 吳" userId="603067e5563c3615" providerId="LiveId" clId="{7FA6B5B7-BE03-224C-8164-BFE61C2B1720}" dt="2024-07-12T15:03:42.202" v="88" actId="179"/>
        <pc:sldMkLst>
          <pc:docMk/>
          <pc:sldMk cId="441527203" sldId="2858"/>
        </pc:sldMkLst>
      </pc:sldChg>
      <pc:sldChg chg="modSp add mod">
        <pc:chgData name="佩倫 吳" userId="603067e5563c3615" providerId="LiveId" clId="{7FA6B5B7-BE03-224C-8164-BFE61C2B1720}" dt="2024-07-12T15:03:56.001" v="94" actId="179"/>
        <pc:sldMkLst>
          <pc:docMk/>
          <pc:sldMk cId="1085720123" sldId="2859"/>
        </pc:sldMkLst>
      </pc:sldChg>
      <pc:sldChg chg="modSp add mod">
        <pc:chgData name="佩倫 吳" userId="603067e5563c3615" providerId="LiveId" clId="{7FA6B5B7-BE03-224C-8164-BFE61C2B1720}" dt="2024-07-12T15:04:04.213" v="98" actId="179"/>
        <pc:sldMkLst>
          <pc:docMk/>
          <pc:sldMk cId="1182025587" sldId="2860"/>
        </pc:sldMkLst>
      </pc:sldChg>
      <pc:sldChg chg="modSp add mod">
        <pc:chgData name="佩倫 吳" userId="603067e5563c3615" providerId="LiveId" clId="{7FA6B5B7-BE03-224C-8164-BFE61C2B1720}" dt="2024-07-12T15:04:12.119" v="102" actId="179"/>
        <pc:sldMkLst>
          <pc:docMk/>
          <pc:sldMk cId="172188398" sldId="2861"/>
        </pc:sldMkLst>
      </pc:sldChg>
      <pc:sldChg chg="modSp add mod">
        <pc:chgData name="佩倫 吳" userId="603067e5563c3615" providerId="LiveId" clId="{7FA6B5B7-BE03-224C-8164-BFE61C2B1720}" dt="2024-07-12T15:04:23.252" v="107" actId="179"/>
        <pc:sldMkLst>
          <pc:docMk/>
          <pc:sldMk cId="1833466377" sldId="2862"/>
        </pc:sldMkLst>
      </pc:sldChg>
      <pc:sldChg chg="modSp add mod">
        <pc:chgData name="佩倫 吳" userId="603067e5563c3615" providerId="LiveId" clId="{7FA6B5B7-BE03-224C-8164-BFE61C2B1720}" dt="2024-07-12T15:04:31.635" v="111" actId="179"/>
        <pc:sldMkLst>
          <pc:docMk/>
          <pc:sldMk cId="290894766" sldId="2863"/>
        </pc:sldMkLst>
      </pc:sldChg>
      <pc:sldChg chg="modSp add mod">
        <pc:chgData name="佩倫 吳" userId="603067e5563c3615" providerId="LiveId" clId="{7FA6B5B7-BE03-224C-8164-BFE61C2B1720}" dt="2024-07-12T15:04:52.319" v="120" actId="20577"/>
        <pc:sldMkLst>
          <pc:docMk/>
          <pc:sldMk cId="1204340430" sldId="2864"/>
        </pc:sldMkLst>
      </pc:sldChg>
      <pc:sldChg chg="modSp add mod">
        <pc:chgData name="佩倫 吳" userId="603067e5563c3615" providerId="LiveId" clId="{7FA6B5B7-BE03-224C-8164-BFE61C2B1720}" dt="2024-07-12T15:05:02.493" v="124"/>
        <pc:sldMkLst>
          <pc:docMk/>
          <pc:sldMk cId="2054715182" sldId="2865"/>
        </pc:sldMkLst>
      </pc:sldChg>
      <pc:sldChg chg="modSp add mod">
        <pc:chgData name="佩倫 吳" userId="603067e5563c3615" providerId="LiveId" clId="{7FA6B5B7-BE03-224C-8164-BFE61C2B1720}" dt="2024-07-12T15:05:11.669" v="131" actId="20577"/>
        <pc:sldMkLst>
          <pc:docMk/>
          <pc:sldMk cId="1501101247" sldId="2866"/>
        </pc:sldMkLst>
      </pc:sldChg>
      <pc:sldChg chg="modSp add mod">
        <pc:chgData name="佩倫 吳" userId="603067e5563c3615" providerId="LiveId" clId="{7FA6B5B7-BE03-224C-8164-BFE61C2B1720}" dt="2024-07-12T15:05:22.488" v="137" actId="20577"/>
        <pc:sldMkLst>
          <pc:docMk/>
          <pc:sldMk cId="3433620785" sldId="2867"/>
        </pc:sldMkLst>
      </pc:sldChg>
      <pc:sldChg chg="modSp add mod">
        <pc:chgData name="佩倫 吳" userId="603067e5563c3615" providerId="LiveId" clId="{7FA6B5B7-BE03-224C-8164-BFE61C2B1720}" dt="2024-07-12T15:05:30.877" v="141"/>
        <pc:sldMkLst>
          <pc:docMk/>
          <pc:sldMk cId="517055175" sldId="2868"/>
        </pc:sldMkLst>
      </pc:sldChg>
      <pc:sldChg chg="modSp add mod">
        <pc:chgData name="佩倫 吳" userId="603067e5563c3615" providerId="LiveId" clId="{7FA6B5B7-BE03-224C-8164-BFE61C2B1720}" dt="2024-07-12T15:05:50.928" v="161" actId="20577"/>
        <pc:sldMkLst>
          <pc:docMk/>
          <pc:sldMk cId="2517042561" sldId="2869"/>
        </pc:sldMkLst>
      </pc:sldChg>
      <pc:sldChg chg="modSp add mod">
        <pc:chgData name="佩倫 吳" userId="603067e5563c3615" providerId="LiveId" clId="{7FA6B5B7-BE03-224C-8164-BFE61C2B1720}" dt="2024-07-12T15:05:57.790" v="175" actId="20577"/>
        <pc:sldMkLst>
          <pc:docMk/>
          <pc:sldMk cId="1357061201" sldId="2870"/>
        </pc:sldMkLst>
      </pc:sldChg>
      <pc:sldChg chg="modSp add mod">
        <pc:chgData name="佩倫 吳" userId="603067e5563c3615" providerId="LiveId" clId="{7FA6B5B7-BE03-224C-8164-BFE61C2B1720}" dt="2024-07-12T15:06:00.422" v="179" actId="20577"/>
        <pc:sldMkLst>
          <pc:docMk/>
          <pc:sldMk cId="3304402729" sldId="2871"/>
        </pc:sldMkLst>
      </pc:sldChg>
      <pc:sldChg chg="modSp add mod ord">
        <pc:chgData name="佩倫 吳" userId="603067e5563c3615" providerId="LiveId" clId="{7FA6B5B7-BE03-224C-8164-BFE61C2B1720}" dt="2024-07-12T15:05:45.601" v="150" actId="20577"/>
        <pc:sldMkLst>
          <pc:docMk/>
          <pc:sldMk cId="3230156555" sldId="2872"/>
        </pc:sldMkLst>
      </pc:sldChg>
      <pc:sldChg chg="modSp add mod">
        <pc:chgData name="佩倫 吳" userId="603067e5563c3615" providerId="LiveId" clId="{7FA6B5B7-BE03-224C-8164-BFE61C2B1720}" dt="2024-07-12T15:06:41.956" v="197" actId="20577"/>
        <pc:sldMkLst>
          <pc:docMk/>
          <pc:sldMk cId="2677822901" sldId="2873"/>
        </pc:sldMkLst>
      </pc:sldChg>
      <pc:sldChg chg="modSp add mod">
        <pc:chgData name="佩倫 吳" userId="603067e5563c3615" providerId="LiveId" clId="{7FA6B5B7-BE03-224C-8164-BFE61C2B1720}" dt="2024-07-12T15:06:44.438" v="198"/>
        <pc:sldMkLst>
          <pc:docMk/>
          <pc:sldMk cId="820546796" sldId="2874"/>
        </pc:sldMkLst>
      </pc:sldChg>
      <pc:sldChg chg="modSp add mod">
        <pc:chgData name="佩倫 吳" userId="603067e5563c3615" providerId="LiveId" clId="{7FA6B5B7-BE03-224C-8164-BFE61C2B1720}" dt="2024-07-12T15:06:46.562" v="199"/>
        <pc:sldMkLst>
          <pc:docMk/>
          <pc:sldMk cId="4240437508" sldId="2875"/>
        </pc:sldMkLst>
      </pc:sldChg>
      <pc:sldChg chg="add">
        <pc:chgData name="佩倫 吳" userId="603067e5563c3615" providerId="LiveId" clId="{7FA6B5B7-BE03-224C-8164-BFE61C2B1720}" dt="2024-07-12T15:06:36.503" v="191"/>
        <pc:sldMkLst>
          <pc:docMk/>
          <pc:sldMk cId="2621212586" sldId="2876"/>
        </pc:sldMkLst>
      </pc:sldChg>
      <pc:sldChg chg="modSp new mod">
        <pc:chgData name="佩倫 吳" userId="603067e5563c3615" providerId="LiveId" clId="{7FA6B5B7-BE03-224C-8164-BFE61C2B1720}" dt="2024-07-12T15:07:28.735" v="297" actId="179"/>
        <pc:sldMkLst>
          <pc:docMk/>
          <pc:sldMk cId="913185945" sldId="2877"/>
        </pc:sldMkLst>
      </pc:sldChg>
      <pc:sldChg chg="modSp new mod">
        <pc:chgData name="佩倫 吳" userId="603067e5563c3615" providerId="LiveId" clId="{7FA6B5B7-BE03-224C-8164-BFE61C2B1720}" dt="2024-07-12T15:08:39.735" v="374" actId="179"/>
        <pc:sldMkLst>
          <pc:docMk/>
          <pc:sldMk cId="3147045279" sldId="2878"/>
        </pc:sldMkLst>
      </pc:sldChg>
      <pc:sldChg chg="modSp add mod">
        <pc:chgData name="佩倫 吳" userId="603067e5563c3615" providerId="LiveId" clId="{7FA6B5B7-BE03-224C-8164-BFE61C2B1720}" dt="2024-07-12T15:07:43.848" v="304"/>
        <pc:sldMkLst>
          <pc:docMk/>
          <pc:sldMk cId="2986353847" sldId="2879"/>
        </pc:sldMkLst>
      </pc:sldChg>
      <pc:sldChg chg="modSp add mod">
        <pc:chgData name="佩倫 吳" userId="603067e5563c3615" providerId="LiveId" clId="{7FA6B5B7-BE03-224C-8164-BFE61C2B1720}" dt="2024-07-12T15:08:05.704" v="314"/>
        <pc:sldMkLst>
          <pc:docMk/>
          <pc:sldMk cId="4258463789" sldId="2880"/>
        </pc:sldMkLst>
      </pc:sldChg>
      <pc:sldChg chg="modSp add mod">
        <pc:chgData name="佩倫 吳" userId="603067e5563c3615" providerId="LiveId" clId="{7FA6B5B7-BE03-224C-8164-BFE61C2B1720}" dt="2024-07-12T15:08:07.713" v="315"/>
        <pc:sldMkLst>
          <pc:docMk/>
          <pc:sldMk cId="1747534382" sldId="2881"/>
        </pc:sldMkLst>
      </pc:sldChg>
      <pc:sldChg chg="modSp add mod">
        <pc:chgData name="佩倫 吳" userId="603067e5563c3615" providerId="LiveId" clId="{7FA6B5B7-BE03-224C-8164-BFE61C2B1720}" dt="2024-07-12T15:08:09.480" v="316"/>
        <pc:sldMkLst>
          <pc:docMk/>
          <pc:sldMk cId="3914419158" sldId="2882"/>
        </pc:sldMkLst>
      </pc:sldChg>
      <pc:sldChg chg="modSp add mod">
        <pc:chgData name="佩倫 吳" userId="603067e5563c3615" providerId="LiveId" clId="{7FA6B5B7-BE03-224C-8164-BFE61C2B1720}" dt="2024-07-12T15:08:01.276" v="313" actId="20577"/>
        <pc:sldMkLst>
          <pc:docMk/>
          <pc:sldMk cId="2312056500" sldId="2883"/>
        </pc:sldMkLst>
      </pc:sldChg>
      <pc:sldChg chg="modSp add mod">
        <pc:chgData name="佩倫 吳" userId="603067e5563c3615" providerId="LiveId" clId="{7FA6B5B7-BE03-224C-8164-BFE61C2B1720}" dt="2024-07-12T15:08:14.370" v="317"/>
        <pc:sldMkLst>
          <pc:docMk/>
          <pc:sldMk cId="1074651989" sldId="2884"/>
        </pc:sldMkLst>
      </pc:sldChg>
      <pc:sldChg chg="new del">
        <pc:chgData name="佩倫 吳" userId="603067e5563c3615" providerId="LiveId" clId="{7FA6B5B7-BE03-224C-8164-BFE61C2B1720}" dt="2024-07-12T15:09:07.004" v="381" actId="2696"/>
        <pc:sldMkLst>
          <pc:docMk/>
          <pc:sldMk cId="78532551" sldId="2885"/>
        </pc:sldMkLst>
      </pc:sldChg>
      <pc:sldChg chg="modSp add mod">
        <pc:chgData name="佩倫 吳" userId="603067e5563c3615" providerId="LiveId" clId="{7FA6B5B7-BE03-224C-8164-BFE61C2B1720}" dt="2024-07-12T15:08:55.661" v="379"/>
        <pc:sldMkLst>
          <pc:docMk/>
          <pc:sldMk cId="1183771310" sldId="2886"/>
        </pc:sldMkLst>
      </pc:sldChg>
      <pc:sldChg chg="modSp add mod">
        <pc:chgData name="佩倫 吳" userId="603067e5563c3615" providerId="LiveId" clId="{7FA6B5B7-BE03-224C-8164-BFE61C2B1720}" dt="2024-07-12T15:09:08.733" v="383" actId="20577"/>
        <pc:sldMkLst>
          <pc:docMk/>
          <pc:sldMk cId="3812221841" sldId="2887"/>
        </pc:sldMkLst>
      </pc:sldChg>
      <pc:sldChg chg="modSp new mod">
        <pc:chgData name="佩倫 吳" userId="603067e5563c3615" providerId="LiveId" clId="{7FA6B5B7-BE03-224C-8164-BFE61C2B1720}" dt="2024-07-12T15:09:31.637" v="426" actId="179"/>
        <pc:sldMkLst>
          <pc:docMk/>
          <pc:sldMk cId="3926976718" sldId="2888"/>
        </pc:sldMkLst>
      </pc:sldChg>
      <pc:sldChg chg="new del">
        <pc:chgData name="佩倫 吳" userId="603067e5563c3615" providerId="LiveId" clId="{7FA6B5B7-BE03-224C-8164-BFE61C2B1720}" dt="2024-07-12T15:09:34.768" v="428" actId="2696"/>
        <pc:sldMkLst>
          <pc:docMk/>
          <pc:sldMk cId="688512059" sldId="2889"/>
        </pc:sldMkLst>
      </pc:sldChg>
      <pc:sldChg chg="new del">
        <pc:chgData name="佩倫 吳" userId="603067e5563c3615" providerId="LiveId" clId="{7FA6B5B7-BE03-224C-8164-BFE61C2B1720}" dt="2024-07-12T15:09:39.034" v="431" actId="2696"/>
        <pc:sldMkLst>
          <pc:docMk/>
          <pc:sldMk cId="3310963053" sldId="2889"/>
        </pc:sldMkLst>
      </pc:sldChg>
      <pc:sldChg chg="modSp add mod">
        <pc:chgData name="佩倫 吳" userId="603067e5563c3615" providerId="LiveId" clId="{7FA6B5B7-BE03-224C-8164-BFE61C2B1720}" dt="2024-07-12T15:09:45.396" v="434"/>
        <pc:sldMkLst>
          <pc:docMk/>
          <pc:sldMk cId="1077604603" sldId="2890"/>
        </pc:sldMkLst>
      </pc:sldChg>
      <pc:sldChg chg="modSp add mod">
        <pc:chgData name="佩倫 吳" userId="603067e5563c3615" providerId="LiveId" clId="{7FA6B5B7-BE03-224C-8164-BFE61C2B1720}" dt="2024-07-12T15:09:53.390" v="439" actId="20577"/>
        <pc:sldMkLst>
          <pc:docMk/>
          <pc:sldMk cId="472695974" sldId="2891"/>
        </pc:sldMkLst>
      </pc:sldChg>
      <pc:sldChg chg="add del">
        <pc:chgData name="佩倫 吳" userId="603067e5563c3615" providerId="LiveId" clId="{7FA6B5B7-BE03-224C-8164-BFE61C2B1720}" dt="2024-07-12T15:09:56.061" v="440" actId="2696"/>
        <pc:sldMkLst>
          <pc:docMk/>
          <pc:sldMk cId="147986611" sldId="2892"/>
        </pc:sldMkLst>
      </pc:sldChg>
      <pc:sldChg chg="add">
        <pc:chgData name="佩倫 吳" userId="603067e5563c3615" providerId="LiveId" clId="{7FA6B5B7-BE03-224C-8164-BFE61C2B1720}" dt="2024-07-12T15:10:08.501" v="441"/>
        <pc:sldMkLst>
          <pc:docMk/>
          <pc:sldMk cId="2886133838" sldId="2892"/>
        </pc:sldMkLst>
      </pc:sldChg>
      <pc:sldChg chg="addSp delSp modSp new mod">
        <pc:chgData name="佩倫 吳" userId="603067e5563c3615" providerId="LiveId" clId="{7FA6B5B7-BE03-224C-8164-BFE61C2B1720}" dt="2024-07-12T15:10:25.652" v="453" actId="122"/>
        <pc:sldMkLst>
          <pc:docMk/>
          <pc:sldMk cId="128591765" sldId="2893"/>
        </pc:sldMkLst>
      </pc:sldChg>
      <pc:sldChg chg="modSp add mod">
        <pc:chgData name="佩倫 吳" userId="603067e5563c3615" providerId="LiveId" clId="{7FA6B5B7-BE03-224C-8164-BFE61C2B1720}" dt="2024-07-12T15:10:42.206" v="460" actId="20577"/>
        <pc:sldMkLst>
          <pc:docMk/>
          <pc:sldMk cId="2708239962" sldId="2894"/>
        </pc:sldMkLst>
      </pc:sldChg>
      <pc:sldChg chg="modSp add mod">
        <pc:chgData name="佩倫 吳" userId="603067e5563c3615" providerId="LiveId" clId="{7FA6B5B7-BE03-224C-8164-BFE61C2B1720}" dt="2024-07-12T15:10:47.306" v="464"/>
        <pc:sldMkLst>
          <pc:docMk/>
          <pc:sldMk cId="3138869389" sldId="2895"/>
        </pc:sldMkLst>
      </pc:sldChg>
      <pc:sldChg chg="modSp add mod">
        <pc:chgData name="佩倫 吳" userId="603067e5563c3615" providerId="LiveId" clId="{7FA6B5B7-BE03-224C-8164-BFE61C2B1720}" dt="2024-07-12T15:10:49.134" v="465"/>
        <pc:sldMkLst>
          <pc:docMk/>
          <pc:sldMk cId="2705547921" sldId="2896"/>
        </pc:sldMkLst>
      </pc:sldChg>
      <pc:sldChg chg="new del">
        <pc:chgData name="佩倫 吳" userId="603067e5563c3615" providerId="LiveId" clId="{7FA6B5B7-BE03-224C-8164-BFE61C2B1720}" dt="2024-07-12T15:11:10.787" v="472" actId="2696"/>
        <pc:sldMkLst>
          <pc:docMk/>
          <pc:sldMk cId="3877635461" sldId="2897"/>
        </pc:sldMkLst>
      </pc:sldChg>
      <pc:sldChg chg="modSp add mod">
        <pc:chgData name="佩倫 吳" userId="603067e5563c3615" providerId="LiveId" clId="{7FA6B5B7-BE03-224C-8164-BFE61C2B1720}" dt="2024-07-12T15:11:06.713" v="470"/>
        <pc:sldMkLst>
          <pc:docMk/>
          <pc:sldMk cId="3928686778" sldId="2898"/>
        </pc:sldMkLst>
      </pc:sldChg>
      <pc:sldChg chg="modSp add mod">
        <pc:chgData name="佩倫 吳" userId="603067e5563c3615" providerId="LiveId" clId="{7FA6B5B7-BE03-224C-8164-BFE61C2B1720}" dt="2024-07-12T15:11:13.846" v="476" actId="20577"/>
        <pc:sldMkLst>
          <pc:docMk/>
          <pc:sldMk cId="3777084557" sldId="2899"/>
        </pc:sldMkLst>
      </pc:sldChg>
      <pc:sldChg chg="modSp add mod">
        <pc:chgData name="佩倫 吳" userId="603067e5563c3615" providerId="LiveId" clId="{7FA6B5B7-BE03-224C-8164-BFE61C2B1720}" dt="2024-07-12T15:11:15.846" v="478" actId="20577"/>
        <pc:sldMkLst>
          <pc:docMk/>
          <pc:sldMk cId="523443399" sldId="2900"/>
        </pc:sldMkLst>
      </pc:sldChg>
      <pc:sldChg chg="modSp new mod">
        <pc:chgData name="佩倫 吳" userId="603067e5563c3615" providerId="LiveId" clId="{7FA6B5B7-BE03-224C-8164-BFE61C2B1720}" dt="2024-07-12T15:11:39.553" v="494" actId="179"/>
        <pc:sldMkLst>
          <pc:docMk/>
          <pc:sldMk cId="3001894093" sldId="2901"/>
        </pc:sldMkLst>
      </pc:sldChg>
      <pc:sldChg chg="modSp add mod">
        <pc:chgData name="佩倫 吳" userId="603067e5563c3615" providerId="LiveId" clId="{7FA6B5B7-BE03-224C-8164-BFE61C2B1720}" dt="2024-07-12T15:11:45.455" v="498" actId="179"/>
        <pc:sldMkLst>
          <pc:docMk/>
          <pc:sldMk cId="609964492" sldId="2902"/>
        </pc:sldMkLst>
      </pc:sldChg>
      <pc:sldChg chg="modSp new mod">
        <pc:chgData name="佩倫 吳" userId="603067e5563c3615" providerId="LiveId" clId="{7FA6B5B7-BE03-224C-8164-BFE61C2B1720}" dt="2024-07-12T15:13:46.988" v="593" actId="179"/>
        <pc:sldMkLst>
          <pc:docMk/>
          <pc:sldMk cId="2152952449" sldId="2903"/>
        </pc:sldMkLst>
      </pc:sldChg>
      <pc:sldChg chg="modSp add mod">
        <pc:chgData name="佩倫 吳" userId="603067e5563c3615" providerId="LiveId" clId="{7FA6B5B7-BE03-224C-8164-BFE61C2B1720}" dt="2024-07-12T15:12:27.770" v="528" actId="179"/>
        <pc:sldMkLst>
          <pc:docMk/>
          <pc:sldMk cId="760676295" sldId="2904"/>
        </pc:sldMkLst>
      </pc:sldChg>
      <pc:sldChg chg="modSp add mod">
        <pc:chgData name="佩倫 吳" userId="603067e5563c3615" providerId="LiveId" clId="{7FA6B5B7-BE03-224C-8164-BFE61C2B1720}" dt="2024-07-12T15:12:38.681" v="531" actId="179"/>
        <pc:sldMkLst>
          <pc:docMk/>
          <pc:sldMk cId="1407777101" sldId="2905"/>
        </pc:sldMkLst>
      </pc:sldChg>
      <pc:sldChg chg="modSp add mod">
        <pc:chgData name="佩倫 吳" userId="603067e5563c3615" providerId="LiveId" clId="{7FA6B5B7-BE03-224C-8164-BFE61C2B1720}" dt="2024-07-12T15:14:13.871" v="612" actId="179"/>
        <pc:sldMkLst>
          <pc:docMk/>
          <pc:sldMk cId="543623120" sldId="2906"/>
        </pc:sldMkLst>
      </pc:sldChg>
      <pc:sldChg chg="modSp add mod">
        <pc:chgData name="佩倫 吳" userId="603067e5563c3615" providerId="LiveId" clId="{7FA6B5B7-BE03-224C-8164-BFE61C2B1720}" dt="2024-07-12T15:13:54.870" v="601" actId="179"/>
        <pc:sldMkLst>
          <pc:docMk/>
          <pc:sldMk cId="1637987204" sldId="2907"/>
        </pc:sldMkLst>
      </pc:sldChg>
      <pc:sldChg chg="new del">
        <pc:chgData name="佩倫 吳" userId="603067e5563c3615" providerId="LiveId" clId="{7FA6B5B7-BE03-224C-8164-BFE61C2B1720}" dt="2024-07-12T15:14:26.721" v="615" actId="2696"/>
        <pc:sldMkLst>
          <pc:docMk/>
          <pc:sldMk cId="359583221" sldId="2908"/>
        </pc:sldMkLst>
      </pc:sldChg>
      <pc:sldChg chg="modSp add mod">
        <pc:chgData name="佩倫 吳" userId="603067e5563c3615" providerId="LiveId" clId="{7FA6B5B7-BE03-224C-8164-BFE61C2B1720}" dt="2024-07-12T15:14:34.911" v="619" actId="20577"/>
        <pc:sldMkLst>
          <pc:docMk/>
          <pc:sldMk cId="1831601948" sldId="2909"/>
        </pc:sldMkLst>
      </pc:sldChg>
      <pc:sldChg chg="modSp new mod">
        <pc:chgData name="佩倫 吳" userId="603067e5563c3615" providerId="LiveId" clId="{7FA6B5B7-BE03-224C-8164-BFE61C2B1720}" dt="2024-07-12T15:15:07.653" v="666" actId="404"/>
        <pc:sldMkLst>
          <pc:docMk/>
          <pc:sldMk cId="3014754006" sldId="2910"/>
        </pc:sldMkLst>
      </pc:sldChg>
      <pc:sldChg chg="modSp add mod">
        <pc:chgData name="佩倫 吳" userId="603067e5563c3615" providerId="LiveId" clId="{7FA6B5B7-BE03-224C-8164-BFE61C2B1720}" dt="2024-07-12T15:15:19.489" v="671" actId="179"/>
        <pc:sldMkLst>
          <pc:docMk/>
          <pc:sldMk cId="2766795167" sldId="2911"/>
        </pc:sldMkLst>
      </pc:sldChg>
      <pc:sldChg chg="modSp add mod">
        <pc:chgData name="佩倫 吳" userId="603067e5563c3615" providerId="LiveId" clId="{7FA6B5B7-BE03-224C-8164-BFE61C2B1720}" dt="2024-07-12T15:15:29.371" v="677" actId="179"/>
        <pc:sldMkLst>
          <pc:docMk/>
          <pc:sldMk cId="1708779663" sldId="2912"/>
        </pc:sldMkLst>
      </pc:sldChg>
      <pc:sldChg chg="modSp add mod">
        <pc:chgData name="佩倫 吳" userId="603067e5563c3615" providerId="LiveId" clId="{7FA6B5B7-BE03-224C-8164-BFE61C2B1720}" dt="2024-07-12T15:15:36.154" v="681" actId="179"/>
        <pc:sldMkLst>
          <pc:docMk/>
          <pc:sldMk cId="3292641440" sldId="2913"/>
        </pc:sldMkLst>
      </pc:sldChg>
      <pc:sldChg chg="modSp new mod">
        <pc:chgData name="佩倫 吳" userId="603067e5563c3615" providerId="LiveId" clId="{7FA6B5B7-BE03-224C-8164-BFE61C2B1720}" dt="2024-07-12T15:16:15.083" v="743" actId="179"/>
        <pc:sldMkLst>
          <pc:docMk/>
          <pc:sldMk cId="2958226183" sldId="2914"/>
        </pc:sldMkLst>
      </pc:sldChg>
    </pc:docChg>
  </pc:docChgLst>
  <pc:docChgLst>
    <pc:chgData name="佩倫 吳" userId="603067e5563c3615" providerId="LiveId" clId="{F264422F-5690-A240-896F-FDAD9A5A4FE8}"/>
    <pc:docChg chg="undo custSel addSld delSld modSld">
      <pc:chgData name="佩倫 吳" userId="603067e5563c3615" providerId="LiveId" clId="{F264422F-5690-A240-896F-FDAD9A5A4FE8}" dt="2025-07-25T14:41:26.936" v="995" actId="404"/>
      <pc:docMkLst>
        <pc:docMk/>
      </pc:docMkLst>
      <pc:sldChg chg="modSp mod">
        <pc:chgData name="佩倫 吳" userId="603067e5563c3615" providerId="LiveId" clId="{F264422F-5690-A240-896F-FDAD9A5A4FE8}" dt="2025-07-25T14:20:01.641" v="103"/>
        <pc:sldMkLst>
          <pc:docMk/>
          <pc:sldMk cId="1388116533" sldId="523"/>
        </pc:sldMkLst>
        <pc:spChg chg="mod">
          <ac:chgData name="佩倫 吳" userId="603067e5563c3615" providerId="LiveId" clId="{F264422F-5690-A240-896F-FDAD9A5A4FE8}" dt="2025-07-25T14:20:01.641" v="103"/>
          <ac:spMkLst>
            <pc:docMk/>
            <pc:sldMk cId="1388116533" sldId="523"/>
            <ac:spMk id="2" creationId="{00000000-0000-0000-0000-000000000000}"/>
          </ac:spMkLst>
        </pc:spChg>
      </pc:sldChg>
      <pc:sldChg chg="del">
        <pc:chgData name="佩倫 吳" userId="603067e5563c3615" providerId="LiveId" clId="{F264422F-5690-A240-896F-FDAD9A5A4FE8}" dt="2025-07-25T13:37:00.832" v="30" actId="2696"/>
        <pc:sldMkLst>
          <pc:docMk/>
          <pc:sldMk cId="3627257582" sldId="2971"/>
        </pc:sldMkLst>
      </pc:sldChg>
      <pc:sldChg chg="del">
        <pc:chgData name="佩倫 吳" userId="603067e5563c3615" providerId="LiveId" clId="{F264422F-5690-A240-896F-FDAD9A5A4FE8}" dt="2025-07-25T13:37:01.326" v="31" actId="2696"/>
        <pc:sldMkLst>
          <pc:docMk/>
          <pc:sldMk cId="867238427" sldId="3009"/>
        </pc:sldMkLst>
      </pc:sldChg>
      <pc:sldChg chg="del">
        <pc:chgData name="佩倫 吳" userId="603067e5563c3615" providerId="LiveId" clId="{F264422F-5690-A240-896F-FDAD9A5A4FE8}" dt="2025-07-25T13:36:57.465" v="0" actId="2696"/>
        <pc:sldMkLst>
          <pc:docMk/>
          <pc:sldMk cId="263934764" sldId="3010"/>
        </pc:sldMkLst>
      </pc:sldChg>
      <pc:sldChg chg="modSp new mod">
        <pc:chgData name="佩倫 吳" userId="603067e5563c3615" providerId="LiveId" clId="{F264422F-5690-A240-896F-FDAD9A5A4FE8}" dt="2025-07-25T14:20:14.651" v="109" actId="122"/>
        <pc:sldMkLst>
          <pc:docMk/>
          <pc:sldMk cId="2627790556" sldId="3010"/>
        </pc:sldMkLst>
        <pc:spChg chg="mod">
          <ac:chgData name="佩倫 吳" userId="603067e5563c3615" providerId="LiveId" clId="{F264422F-5690-A240-896F-FDAD9A5A4FE8}" dt="2025-07-25T14:20:12.407" v="108" actId="20577"/>
          <ac:spMkLst>
            <pc:docMk/>
            <pc:sldMk cId="2627790556" sldId="3010"/>
            <ac:spMk id="2" creationId="{6A07B445-4645-DCD3-5D35-04AB43C487F5}"/>
          </ac:spMkLst>
        </pc:spChg>
        <pc:spChg chg="mod">
          <ac:chgData name="佩倫 吳" userId="603067e5563c3615" providerId="LiveId" clId="{F264422F-5690-A240-896F-FDAD9A5A4FE8}" dt="2025-07-25T14:20:14.651" v="109" actId="122"/>
          <ac:spMkLst>
            <pc:docMk/>
            <pc:sldMk cId="2627790556" sldId="3010"/>
            <ac:spMk id="3" creationId="{CCDDFE1E-F9A9-3F73-8D7E-C0FF04A52386}"/>
          </ac:spMkLst>
        </pc:spChg>
      </pc:sldChg>
      <pc:sldChg chg="modSp new mod">
        <pc:chgData name="佩倫 吳" userId="603067e5563c3615" providerId="LiveId" clId="{F264422F-5690-A240-896F-FDAD9A5A4FE8}" dt="2025-07-25T14:22:43.912" v="169" actId="20577"/>
        <pc:sldMkLst>
          <pc:docMk/>
          <pc:sldMk cId="2249456666" sldId="3011"/>
        </pc:sldMkLst>
        <pc:spChg chg="mod">
          <ac:chgData name="佩倫 吳" userId="603067e5563c3615" providerId="LiveId" clId="{F264422F-5690-A240-896F-FDAD9A5A4FE8}" dt="2025-07-25T14:22:43.912" v="169" actId="20577"/>
          <ac:spMkLst>
            <pc:docMk/>
            <pc:sldMk cId="2249456666" sldId="3011"/>
            <ac:spMk id="2" creationId="{969AC10F-0D6C-C1B7-7F86-7AE994E6CA7A}"/>
          </ac:spMkLst>
        </pc:spChg>
        <pc:spChg chg="mod">
          <ac:chgData name="佩倫 吳" userId="603067e5563c3615" providerId="LiveId" clId="{F264422F-5690-A240-896F-FDAD9A5A4FE8}" dt="2025-07-25T14:00:35.584" v="48" actId="179"/>
          <ac:spMkLst>
            <pc:docMk/>
            <pc:sldMk cId="2249456666" sldId="3011"/>
            <ac:spMk id="3" creationId="{4445389F-7269-D649-CD30-61399B694FD0}"/>
          </ac:spMkLst>
        </pc:spChg>
      </pc:sldChg>
      <pc:sldChg chg="del">
        <pc:chgData name="佩倫 吳" userId="603067e5563c3615" providerId="LiveId" clId="{F264422F-5690-A240-896F-FDAD9A5A4FE8}" dt="2025-07-25T13:36:57.492" v="23" actId="2696"/>
        <pc:sldMkLst>
          <pc:docMk/>
          <pc:sldMk cId="3395342384" sldId="3011"/>
        </pc:sldMkLst>
      </pc:sldChg>
      <pc:sldChg chg="modSp add mod">
        <pc:chgData name="佩倫 吳" userId="603067e5563c3615" providerId="LiveId" clId="{F264422F-5690-A240-896F-FDAD9A5A4FE8}" dt="2025-07-25T14:22:48.637" v="170"/>
        <pc:sldMkLst>
          <pc:docMk/>
          <pc:sldMk cId="3352828114" sldId="3012"/>
        </pc:sldMkLst>
        <pc:spChg chg="mod">
          <ac:chgData name="佩倫 吳" userId="603067e5563c3615" providerId="LiveId" clId="{F264422F-5690-A240-896F-FDAD9A5A4FE8}" dt="2025-07-25T14:22:48.637" v="170"/>
          <ac:spMkLst>
            <pc:docMk/>
            <pc:sldMk cId="3352828114" sldId="3012"/>
            <ac:spMk id="2" creationId="{ADAF0032-46B8-DE20-3B21-B813D84E0D3D}"/>
          </ac:spMkLst>
        </pc:spChg>
        <pc:spChg chg="mod">
          <ac:chgData name="佩倫 吳" userId="603067e5563c3615" providerId="LiveId" clId="{F264422F-5690-A240-896F-FDAD9A5A4FE8}" dt="2025-07-25T14:00:52.830" v="56" actId="179"/>
          <ac:spMkLst>
            <pc:docMk/>
            <pc:sldMk cId="3352828114" sldId="3012"/>
            <ac:spMk id="3" creationId="{996737F2-7E9A-3623-034A-212396E0D3E8}"/>
          </ac:spMkLst>
        </pc:spChg>
      </pc:sldChg>
      <pc:sldChg chg="del">
        <pc:chgData name="佩倫 吳" userId="603067e5563c3615" providerId="LiveId" clId="{F264422F-5690-A240-896F-FDAD9A5A4FE8}" dt="2025-07-25T13:36:57.467" v="3" actId="2696"/>
        <pc:sldMkLst>
          <pc:docMk/>
          <pc:sldMk cId="3869737929" sldId="3012"/>
        </pc:sldMkLst>
      </pc:sldChg>
      <pc:sldChg chg="modSp add mod">
        <pc:chgData name="佩倫 吳" userId="603067e5563c3615" providerId="LiveId" clId="{F264422F-5690-A240-896F-FDAD9A5A4FE8}" dt="2025-07-25T14:22:50.255" v="171"/>
        <pc:sldMkLst>
          <pc:docMk/>
          <pc:sldMk cId="1723954350" sldId="3013"/>
        </pc:sldMkLst>
        <pc:spChg chg="mod">
          <ac:chgData name="佩倫 吳" userId="603067e5563c3615" providerId="LiveId" clId="{F264422F-5690-A240-896F-FDAD9A5A4FE8}" dt="2025-07-25T14:22:50.255" v="171"/>
          <ac:spMkLst>
            <pc:docMk/>
            <pc:sldMk cId="1723954350" sldId="3013"/>
            <ac:spMk id="2" creationId="{92A6D699-C1E7-F5A4-03EB-37AA7EAE0D2B}"/>
          </ac:spMkLst>
        </pc:spChg>
        <pc:spChg chg="mod">
          <ac:chgData name="佩倫 吳" userId="603067e5563c3615" providerId="LiveId" clId="{F264422F-5690-A240-896F-FDAD9A5A4FE8}" dt="2025-07-25T14:01:19.445" v="67" actId="179"/>
          <ac:spMkLst>
            <pc:docMk/>
            <pc:sldMk cId="1723954350" sldId="3013"/>
            <ac:spMk id="3" creationId="{5F8B73B8-6EFA-BB40-B8E3-CE83136BCCA6}"/>
          </ac:spMkLst>
        </pc:spChg>
      </pc:sldChg>
      <pc:sldChg chg="del">
        <pc:chgData name="佩倫 吳" userId="603067e5563c3615" providerId="LiveId" clId="{F264422F-5690-A240-896F-FDAD9A5A4FE8}" dt="2025-07-25T13:36:57.469" v="7" actId="2696"/>
        <pc:sldMkLst>
          <pc:docMk/>
          <pc:sldMk cId="4040581260" sldId="3013"/>
        </pc:sldMkLst>
      </pc:sldChg>
      <pc:sldChg chg="modSp add mod">
        <pc:chgData name="佩倫 吳" userId="603067e5563c3615" providerId="LiveId" clId="{F264422F-5690-A240-896F-FDAD9A5A4FE8}" dt="2025-07-25T14:22:55.657" v="181" actId="20577"/>
        <pc:sldMkLst>
          <pc:docMk/>
          <pc:sldMk cId="166223976" sldId="3014"/>
        </pc:sldMkLst>
        <pc:spChg chg="mod">
          <ac:chgData name="佩倫 吳" userId="603067e5563c3615" providerId="LiveId" clId="{F264422F-5690-A240-896F-FDAD9A5A4FE8}" dt="2025-07-25T14:22:55.657" v="181" actId="20577"/>
          <ac:spMkLst>
            <pc:docMk/>
            <pc:sldMk cId="166223976" sldId="3014"/>
            <ac:spMk id="2" creationId="{87E71C0A-4E98-560F-DD8C-C5E05DDB7A9F}"/>
          </ac:spMkLst>
        </pc:spChg>
        <pc:spChg chg="mod">
          <ac:chgData name="佩倫 吳" userId="603067e5563c3615" providerId="LiveId" clId="{F264422F-5690-A240-896F-FDAD9A5A4FE8}" dt="2025-07-25T14:01:34.914" v="74" actId="179"/>
          <ac:spMkLst>
            <pc:docMk/>
            <pc:sldMk cId="166223976" sldId="3014"/>
            <ac:spMk id="3" creationId="{FCA3C710-2A7C-E2DD-2823-2B46575C1345}"/>
          </ac:spMkLst>
        </pc:spChg>
      </pc:sldChg>
      <pc:sldChg chg="del">
        <pc:chgData name="佩倫 吳" userId="603067e5563c3615" providerId="LiveId" clId="{F264422F-5690-A240-896F-FDAD9A5A4FE8}" dt="2025-07-25T13:36:57.474" v="10" actId="2696"/>
        <pc:sldMkLst>
          <pc:docMk/>
          <pc:sldMk cId="1410925661" sldId="3014"/>
        </pc:sldMkLst>
      </pc:sldChg>
      <pc:sldChg chg="modSp add mod">
        <pc:chgData name="佩倫 吳" userId="603067e5563c3615" providerId="LiveId" clId="{F264422F-5690-A240-896F-FDAD9A5A4FE8}" dt="2025-07-25T14:22:58.234" v="182"/>
        <pc:sldMkLst>
          <pc:docMk/>
          <pc:sldMk cId="56171960" sldId="3015"/>
        </pc:sldMkLst>
        <pc:spChg chg="mod">
          <ac:chgData name="佩倫 吳" userId="603067e5563c3615" providerId="LiveId" clId="{F264422F-5690-A240-896F-FDAD9A5A4FE8}" dt="2025-07-25T14:22:58.234" v="182"/>
          <ac:spMkLst>
            <pc:docMk/>
            <pc:sldMk cId="56171960" sldId="3015"/>
            <ac:spMk id="2" creationId="{EBE50EEF-5D4E-9249-B36A-A41F34CD6AA2}"/>
          </ac:spMkLst>
        </pc:spChg>
        <pc:spChg chg="mod">
          <ac:chgData name="佩倫 吳" userId="603067e5563c3615" providerId="LiveId" clId="{F264422F-5690-A240-896F-FDAD9A5A4FE8}" dt="2025-07-25T14:01:53.864" v="81" actId="179"/>
          <ac:spMkLst>
            <pc:docMk/>
            <pc:sldMk cId="56171960" sldId="3015"/>
            <ac:spMk id="3" creationId="{E4817529-6122-FD7D-BC26-08D5BCDF6459}"/>
          </ac:spMkLst>
        </pc:spChg>
      </pc:sldChg>
      <pc:sldChg chg="del">
        <pc:chgData name="佩倫 吳" userId="603067e5563c3615" providerId="LiveId" clId="{F264422F-5690-A240-896F-FDAD9A5A4FE8}" dt="2025-07-25T13:36:57.481" v="16" actId="2696"/>
        <pc:sldMkLst>
          <pc:docMk/>
          <pc:sldMk cId="4284271883" sldId="3015"/>
        </pc:sldMkLst>
      </pc:sldChg>
      <pc:sldChg chg="del">
        <pc:chgData name="佩倫 吳" userId="603067e5563c3615" providerId="LiveId" clId="{F264422F-5690-A240-896F-FDAD9A5A4FE8}" dt="2025-07-25T13:36:57.477" v="15" actId="2696"/>
        <pc:sldMkLst>
          <pc:docMk/>
          <pc:sldMk cId="1795585858" sldId="3016"/>
        </pc:sldMkLst>
      </pc:sldChg>
      <pc:sldChg chg="modSp add mod">
        <pc:chgData name="佩倫 吳" userId="603067e5563c3615" providerId="LiveId" clId="{F264422F-5690-A240-896F-FDAD9A5A4FE8}" dt="2025-07-25T14:23:05.896" v="201" actId="20577"/>
        <pc:sldMkLst>
          <pc:docMk/>
          <pc:sldMk cId="2066680409" sldId="3016"/>
        </pc:sldMkLst>
        <pc:spChg chg="mod">
          <ac:chgData name="佩倫 吳" userId="603067e5563c3615" providerId="LiveId" clId="{F264422F-5690-A240-896F-FDAD9A5A4FE8}" dt="2025-07-25T14:23:05.896" v="201" actId="20577"/>
          <ac:spMkLst>
            <pc:docMk/>
            <pc:sldMk cId="2066680409" sldId="3016"/>
            <ac:spMk id="2" creationId="{411517EC-FD98-41AB-1EDC-AB0D441BFE87}"/>
          </ac:spMkLst>
        </pc:spChg>
        <pc:spChg chg="mod">
          <ac:chgData name="佩倫 吳" userId="603067e5563c3615" providerId="LiveId" clId="{F264422F-5690-A240-896F-FDAD9A5A4FE8}" dt="2025-07-25T14:02:07.615" v="87" actId="179"/>
          <ac:spMkLst>
            <pc:docMk/>
            <pc:sldMk cId="2066680409" sldId="3016"/>
            <ac:spMk id="3" creationId="{5EEB16B3-E454-DE32-F5AE-06DF1C84084B}"/>
          </ac:spMkLst>
        </pc:spChg>
      </pc:sldChg>
      <pc:sldChg chg="modSp add mod">
        <pc:chgData name="佩倫 吳" userId="603067e5563c3615" providerId="LiveId" clId="{F264422F-5690-A240-896F-FDAD9A5A4FE8}" dt="2025-07-25T14:23:17.047" v="219" actId="20577"/>
        <pc:sldMkLst>
          <pc:docMk/>
          <pc:sldMk cId="3585278662" sldId="3017"/>
        </pc:sldMkLst>
        <pc:spChg chg="mod">
          <ac:chgData name="佩倫 吳" userId="603067e5563c3615" providerId="LiveId" clId="{F264422F-5690-A240-896F-FDAD9A5A4FE8}" dt="2025-07-25T14:23:17.047" v="219" actId="20577"/>
          <ac:spMkLst>
            <pc:docMk/>
            <pc:sldMk cId="3585278662" sldId="3017"/>
            <ac:spMk id="2" creationId="{36E9398A-51B0-83AB-0BCB-EC51301E4CE0}"/>
          </ac:spMkLst>
        </pc:spChg>
        <pc:spChg chg="mod">
          <ac:chgData name="佩倫 吳" userId="603067e5563c3615" providerId="LiveId" clId="{F264422F-5690-A240-896F-FDAD9A5A4FE8}" dt="2025-07-25T14:02:23.948" v="92" actId="179"/>
          <ac:spMkLst>
            <pc:docMk/>
            <pc:sldMk cId="3585278662" sldId="3017"/>
            <ac:spMk id="3" creationId="{886814B0-7461-E5C5-2D3B-E0C0C2F64B37}"/>
          </ac:spMkLst>
        </pc:spChg>
      </pc:sldChg>
      <pc:sldChg chg="del">
        <pc:chgData name="佩倫 吳" userId="603067e5563c3615" providerId="LiveId" clId="{F264422F-5690-A240-896F-FDAD9A5A4FE8}" dt="2025-07-25T13:36:57.468" v="5" actId="2696"/>
        <pc:sldMkLst>
          <pc:docMk/>
          <pc:sldMk cId="3768191174" sldId="3017"/>
        </pc:sldMkLst>
      </pc:sldChg>
      <pc:sldChg chg="modSp add mod">
        <pc:chgData name="佩倫 吳" userId="603067e5563c3615" providerId="LiveId" clId="{F264422F-5690-A240-896F-FDAD9A5A4FE8}" dt="2025-07-25T14:23:20.670" v="220"/>
        <pc:sldMkLst>
          <pc:docMk/>
          <pc:sldMk cId="2024741675" sldId="3018"/>
        </pc:sldMkLst>
        <pc:spChg chg="mod">
          <ac:chgData name="佩倫 吳" userId="603067e5563c3615" providerId="LiveId" clId="{F264422F-5690-A240-896F-FDAD9A5A4FE8}" dt="2025-07-25T14:23:20.670" v="220"/>
          <ac:spMkLst>
            <pc:docMk/>
            <pc:sldMk cId="2024741675" sldId="3018"/>
            <ac:spMk id="2" creationId="{7060B0DA-0C9F-F463-658C-F29BC4C4F1E8}"/>
          </ac:spMkLst>
        </pc:spChg>
        <pc:spChg chg="mod">
          <ac:chgData name="佩倫 吳" userId="603067e5563c3615" providerId="LiveId" clId="{F264422F-5690-A240-896F-FDAD9A5A4FE8}" dt="2025-07-25T14:02:42.948" v="101" actId="179"/>
          <ac:spMkLst>
            <pc:docMk/>
            <pc:sldMk cId="2024741675" sldId="3018"/>
            <ac:spMk id="3" creationId="{8DD9E92F-79B9-E9AB-8FF9-5FF9314536ED}"/>
          </ac:spMkLst>
        </pc:spChg>
      </pc:sldChg>
      <pc:sldChg chg="del">
        <pc:chgData name="佩倫 吳" userId="603067e5563c3615" providerId="LiveId" clId="{F264422F-5690-A240-896F-FDAD9A5A4FE8}" dt="2025-07-25T13:36:57.475" v="11" actId="2696"/>
        <pc:sldMkLst>
          <pc:docMk/>
          <pc:sldMk cId="3928803863" sldId="3018"/>
        </pc:sldMkLst>
      </pc:sldChg>
      <pc:sldChg chg="del">
        <pc:chgData name="佩倫 吳" userId="603067e5563c3615" providerId="LiveId" clId="{F264422F-5690-A240-896F-FDAD9A5A4FE8}" dt="2025-07-25T13:36:57.488" v="22" actId="2696"/>
        <pc:sldMkLst>
          <pc:docMk/>
          <pc:sldMk cId="1917312251" sldId="3019"/>
        </pc:sldMkLst>
      </pc:sldChg>
      <pc:sldChg chg="modSp add mod">
        <pc:chgData name="佩倫 吳" userId="603067e5563c3615" providerId="LiveId" clId="{F264422F-5690-A240-896F-FDAD9A5A4FE8}" dt="2025-07-25T14:20:22.379" v="113"/>
        <pc:sldMkLst>
          <pc:docMk/>
          <pc:sldMk cId="2292130697" sldId="3019"/>
        </pc:sldMkLst>
        <pc:spChg chg="mod">
          <ac:chgData name="佩倫 吳" userId="603067e5563c3615" providerId="LiveId" clId="{F264422F-5690-A240-896F-FDAD9A5A4FE8}" dt="2025-07-25T14:20:22.379" v="113"/>
          <ac:spMkLst>
            <pc:docMk/>
            <pc:sldMk cId="2292130697" sldId="3019"/>
            <ac:spMk id="3" creationId="{A35AB20B-246E-FB73-1F6B-CA4BAA5320C2}"/>
          </ac:spMkLst>
        </pc:spChg>
      </pc:sldChg>
      <pc:sldChg chg="modSp new mod">
        <pc:chgData name="佩倫 吳" userId="603067e5563c3615" providerId="LiveId" clId="{F264422F-5690-A240-896F-FDAD9A5A4FE8}" dt="2025-07-25T14:20:44.682" v="122" actId="122"/>
        <pc:sldMkLst>
          <pc:docMk/>
          <pc:sldMk cId="97713669" sldId="3020"/>
        </pc:sldMkLst>
        <pc:spChg chg="mod">
          <ac:chgData name="佩倫 吳" userId="603067e5563c3615" providerId="LiveId" clId="{F264422F-5690-A240-896F-FDAD9A5A4FE8}" dt="2025-07-25T14:20:36.756" v="119" actId="20577"/>
          <ac:spMkLst>
            <pc:docMk/>
            <pc:sldMk cId="97713669" sldId="3020"/>
            <ac:spMk id="2" creationId="{71C1CB9B-C8DB-1FCF-E30F-AF3774ECFC6B}"/>
          </ac:spMkLst>
        </pc:spChg>
        <pc:spChg chg="mod">
          <ac:chgData name="佩倫 吳" userId="603067e5563c3615" providerId="LiveId" clId="{F264422F-5690-A240-896F-FDAD9A5A4FE8}" dt="2025-07-25T14:20:44.682" v="122" actId="122"/>
          <ac:spMkLst>
            <pc:docMk/>
            <pc:sldMk cId="97713669" sldId="3020"/>
            <ac:spMk id="3" creationId="{E299A409-ACAA-E213-E915-AD9B0B0824DD}"/>
          </ac:spMkLst>
        </pc:spChg>
      </pc:sldChg>
      <pc:sldChg chg="del">
        <pc:chgData name="佩倫 吳" userId="603067e5563c3615" providerId="LiveId" clId="{F264422F-5690-A240-896F-FDAD9A5A4FE8}" dt="2025-07-25T13:36:57.483" v="20" actId="2696"/>
        <pc:sldMkLst>
          <pc:docMk/>
          <pc:sldMk cId="2904207057" sldId="3020"/>
        </pc:sldMkLst>
      </pc:sldChg>
      <pc:sldChg chg="modSp add mod">
        <pc:chgData name="佩倫 吳" userId="603067e5563c3615" providerId="LiveId" clId="{F264422F-5690-A240-896F-FDAD9A5A4FE8}" dt="2025-07-25T14:20:54.112" v="126"/>
        <pc:sldMkLst>
          <pc:docMk/>
          <pc:sldMk cId="2222008246" sldId="3021"/>
        </pc:sldMkLst>
        <pc:spChg chg="mod">
          <ac:chgData name="佩倫 吳" userId="603067e5563c3615" providerId="LiveId" clId="{F264422F-5690-A240-896F-FDAD9A5A4FE8}" dt="2025-07-25T14:20:54.112" v="126"/>
          <ac:spMkLst>
            <pc:docMk/>
            <pc:sldMk cId="2222008246" sldId="3021"/>
            <ac:spMk id="3" creationId="{3F1FA9C7-9C40-E941-BBE4-C8BAF6CB5D80}"/>
          </ac:spMkLst>
        </pc:spChg>
      </pc:sldChg>
      <pc:sldChg chg="del">
        <pc:chgData name="佩倫 吳" userId="603067e5563c3615" providerId="LiveId" clId="{F264422F-5690-A240-896F-FDAD9A5A4FE8}" dt="2025-07-25T13:36:57.467" v="4" actId="2696"/>
        <pc:sldMkLst>
          <pc:docMk/>
          <pc:sldMk cId="3393636356" sldId="3021"/>
        </pc:sldMkLst>
      </pc:sldChg>
      <pc:sldChg chg="add">
        <pc:chgData name="佩倫 吳" userId="603067e5563c3615" providerId="LiveId" clId="{F264422F-5690-A240-896F-FDAD9A5A4FE8}" dt="2025-07-25T14:30:39.521" v="548"/>
        <pc:sldMkLst>
          <pc:docMk/>
          <pc:sldMk cId="1516034021" sldId="3022"/>
        </pc:sldMkLst>
      </pc:sldChg>
      <pc:sldChg chg="modSp new del mod">
        <pc:chgData name="佩倫 吳" userId="603067e5563c3615" providerId="LiveId" clId="{F264422F-5690-A240-896F-FDAD9A5A4FE8}" dt="2025-07-25T14:30:37.474" v="547" actId="2696"/>
        <pc:sldMkLst>
          <pc:docMk/>
          <pc:sldMk cId="2145573813" sldId="3022"/>
        </pc:sldMkLst>
        <pc:spChg chg="mod">
          <ac:chgData name="佩倫 吳" userId="603067e5563c3615" providerId="LiveId" clId="{F264422F-5690-A240-896F-FDAD9A5A4FE8}" dt="2025-07-25T14:21:03.702" v="131" actId="20577"/>
          <ac:spMkLst>
            <pc:docMk/>
            <pc:sldMk cId="2145573813" sldId="3022"/>
            <ac:spMk id="2" creationId="{3D01E999-5594-3AFB-0189-D5F5CA569D1F}"/>
          </ac:spMkLst>
        </pc:spChg>
        <pc:spChg chg="mod">
          <ac:chgData name="佩倫 吳" userId="603067e5563c3615" providerId="LiveId" clId="{F264422F-5690-A240-896F-FDAD9A5A4FE8}" dt="2025-07-25T14:21:54.762" v="139"/>
          <ac:spMkLst>
            <pc:docMk/>
            <pc:sldMk cId="2145573813" sldId="3022"/>
            <ac:spMk id="3" creationId="{71045C23-9F75-1305-E63D-8426FFAE28A1}"/>
          </ac:spMkLst>
        </pc:spChg>
      </pc:sldChg>
      <pc:sldChg chg="del">
        <pc:chgData name="佩倫 吳" userId="603067e5563c3615" providerId="LiveId" clId="{F264422F-5690-A240-896F-FDAD9A5A4FE8}" dt="2025-07-25T13:36:57.470" v="9" actId="2696"/>
        <pc:sldMkLst>
          <pc:docMk/>
          <pc:sldMk cId="4232100472" sldId="3022"/>
        </pc:sldMkLst>
      </pc:sldChg>
      <pc:sldChg chg="modSp new mod">
        <pc:chgData name="佩倫 吳" userId="603067e5563c3615" providerId="LiveId" clId="{F264422F-5690-A240-896F-FDAD9A5A4FE8}" dt="2025-07-25T14:31:10.285" v="618" actId="20577"/>
        <pc:sldMkLst>
          <pc:docMk/>
          <pc:sldMk cId="3114695835" sldId="3023"/>
        </pc:sldMkLst>
        <pc:spChg chg="mod">
          <ac:chgData name="佩倫 吳" userId="603067e5563c3615" providerId="LiveId" clId="{F264422F-5690-A240-896F-FDAD9A5A4FE8}" dt="2025-07-25T14:22:06.070" v="144"/>
          <ac:spMkLst>
            <pc:docMk/>
            <pc:sldMk cId="3114695835" sldId="3023"/>
            <ac:spMk id="2" creationId="{75A75044-5F84-B5EE-813F-1DFC4AFE268B}"/>
          </ac:spMkLst>
        </pc:spChg>
        <pc:spChg chg="mod">
          <ac:chgData name="佩倫 吳" userId="603067e5563c3615" providerId="LiveId" clId="{F264422F-5690-A240-896F-FDAD9A5A4FE8}" dt="2025-07-25T14:31:10.285" v="618" actId="20577"/>
          <ac:spMkLst>
            <pc:docMk/>
            <pc:sldMk cId="3114695835" sldId="3023"/>
            <ac:spMk id="3" creationId="{357EEFCA-2B88-C6B1-CCC4-019731A60777}"/>
          </ac:spMkLst>
        </pc:spChg>
      </pc:sldChg>
      <pc:sldChg chg="del">
        <pc:chgData name="佩倫 吳" userId="603067e5563c3615" providerId="LiveId" clId="{F264422F-5690-A240-896F-FDAD9A5A4FE8}" dt="2025-07-25T13:36:57.496" v="24" actId="2696"/>
        <pc:sldMkLst>
          <pc:docMk/>
          <pc:sldMk cId="4144344825" sldId="3023"/>
        </pc:sldMkLst>
      </pc:sldChg>
      <pc:sldChg chg="del">
        <pc:chgData name="佩倫 吳" userId="603067e5563c3615" providerId="LiveId" clId="{F264422F-5690-A240-896F-FDAD9A5A4FE8}" dt="2025-07-25T13:36:57.469" v="8" actId="2696"/>
        <pc:sldMkLst>
          <pc:docMk/>
          <pc:sldMk cId="2741514491" sldId="3024"/>
        </pc:sldMkLst>
      </pc:sldChg>
      <pc:sldChg chg="new del">
        <pc:chgData name="佩倫 吳" userId="603067e5563c3615" providerId="LiveId" clId="{F264422F-5690-A240-896F-FDAD9A5A4FE8}" dt="2025-07-25T14:22:34.928" v="154" actId="2696"/>
        <pc:sldMkLst>
          <pc:docMk/>
          <pc:sldMk cId="4182282128" sldId="3024"/>
        </pc:sldMkLst>
      </pc:sldChg>
      <pc:sldChg chg="modSp add mod">
        <pc:chgData name="佩倫 吳" userId="603067e5563c3615" providerId="LiveId" clId="{F264422F-5690-A240-896F-FDAD9A5A4FE8}" dt="2025-07-25T14:22:39.311" v="161" actId="20577"/>
        <pc:sldMkLst>
          <pc:docMk/>
          <pc:sldMk cId="1784249467" sldId="3025"/>
        </pc:sldMkLst>
        <pc:spChg chg="mod">
          <ac:chgData name="佩倫 吳" userId="603067e5563c3615" providerId="LiveId" clId="{F264422F-5690-A240-896F-FDAD9A5A4FE8}" dt="2025-07-25T14:22:39.311" v="161" actId="20577"/>
          <ac:spMkLst>
            <pc:docMk/>
            <pc:sldMk cId="1784249467" sldId="3025"/>
            <ac:spMk id="2" creationId="{01B3BB60-FA90-284F-479E-D6D5B5F517EE}"/>
          </ac:spMkLst>
        </pc:spChg>
      </pc:sldChg>
      <pc:sldChg chg="del">
        <pc:chgData name="佩倫 吳" userId="603067e5563c3615" providerId="LiveId" clId="{F264422F-5690-A240-896F-FDAD9A5A4FE8}" dt="2025-07-25T13:36:57.482" v="18" actId="2696"/>
        <pc:sldMkLst>
          <pc:docMk/>
          <pc:sldMk cId="3640274280" sldId="3025"/>
        </pc:sldMkLst>
      </pc:sldChg>
      <pc:sldChg chg="modSp new mod">
        <pc:chgData name="佩倫 吳" userId="603067e5563c3615" providerId="LiveId" clId="{F264422F-5690-A240-896F-FDAD9A5A4FE8}" dt="2025-07-25T14:25:14.302" v="324" actId="179"/>
        <pc:sldMkLst>
          <pc:docMk/>
          <pc:sldMk cId="2568943859" sldId="3026"/>
        </pc:sldMkLst>
        <pc:spChg chg="mod">
          <ac:chgData name="佩倫 吳" userId="603067e5563c3615" providerId="LiveId" clId="{F264422F-5690-A240-896F-FDAD9A5A4FE8}" dt="2025-07-25T14:23:30.959" v="237" actId="20577"/>
          <ac:spMkLst>
            <pc:docMk/>
            <pc:sldMk cId="2568943859" sldId="3026"/>
            <ac:spMk id="2" creationId="{DFDCB767-7970-5F61-52E3-CC0A45A14171}"/>
          </ac:spMkLst>
        </pc:spChg>
        <pc:spChg chg="mod">
          <ac:chgData name="佩倫 吳" userId="603067e5563c3615" providerId="LiveId" clId="{F264422F-5690-A240-896F-FDAD9A5A4FE8}" dt="2025-07-25T14:25:14.302" v="324" actId="179"/>
          <ac:spMkLst>
            <pc:docMk/>
            <pc:sldMk cId="2568943859" sldId="3026"/>
            <ac:spMk id="3" creationId="{60B7CE46-9FD9-FF38-53E7-AD0148DAA7EA}"/>
          </ac:spMkLst>
        </pc:spChg>
      </pc:sldChg>
      <pc:sldChg chg="del">
        <pc:chgData name="佩倫 吳" userId="603067e5563c3615" providerId="LiveId" clId="{F264422F-5690-A240-896F-FDAD9A5A4FE8}" dt="2025-07-25T13:36:57.468" v="6" actId="2696"/>
        <pc:sldMkLst>
          <pc:docMk/>
          <pc:sldMk cId="3504327976" sldId="3026"/>
        </pc:sldMkLst>
      </pc:sldChg>
      <pc:sldChg chg="modSp add mod">
        <pc:chgData name="佩倫 吳" userId="603067e5563c3615" providerId="LiveId" clId="{F264422F-5690-A240-896F-FDAD9A5A4FE8}" dt="2025-07-25T14:25:06.818" v="319" actId="179"/>
        <pc:sldMkLst>
          <pc:docMk/>
          <pc:sldMk cId="1607417823" sldId="3027"/>
        </pc:sldMkLst>
        <pc:spChg chg="mod">
          <ac:chgData name="佩倫 吳" userId="603067e5563c3615" providerId="LiveId" clId="{F264422F-5690-A240-896F-FDAD9A5A4FE8}" dt="2025-07-25T14:25:06.818" v="319" actId="179"/>
          <ac:spMkLst>
            <pc:docMk/>
            <pc:sldMk cId="1607417823" sldId="3027"/>
            <ac:spMk id="3" creationId="{24491490-7EA3-A2C5-2892-A07D1D2B3E81}"/>
          </ac:spMkLst>
        </pc:spChg>
      </pc:sldChg>
      <pc:sldChg chg="del">
        <pc:chgData name="佩倫 吳" userId="603067e5563c3615" providerId="LiveId" clId="{F264422F-5690-A240-896F-FDAD9A5A4FE8}" dt="2025-07-25T13:36:57.467" v="2" actId="2696"/>
        <pc:sldMkLst>
          <pc:docMk/>
          <pc:sldMk cId="2205931234" sldId="3027"/>
        </pc:sldMkLst>
      </pc:sldChg>
      <pc:sldChg chg="del">
        <pc:chgData name="佩倫 吳" userId="603067e5563c3615" providerId="LiveId" clId="{F264422F-5690-A240-896F-FDAD9A5A4FE8}" dt="2025-07-25T13:36:57.476" v="13" actId="2696"/>
        <pc:sldMkLst>
          <pc:docMk/>
          <pc:sldMk cId="777846379" sldId="3028"/>
        </pc:sldMkLst>
      </pc:sldChg>
      <pc:sldChg chg="modSp add mod">
        <pc:chgData name="佩倫 吳" userId="603067e5563c3615" providerId="LiveId" clId="{F264422F-5690-A240-896F-FDAD9A5A4FE8}" dt="2025-07-25T14:23:39.700" v="241" actId="20577"/>
        <pc:sldMkLst>
          <pc:docMk/>
          <pc:sldMk cId="3978026126" sldId="3028"/>
        </pc:sldMkLst>
        <pc:spChg chg="mod">
          <ac:chgData name="佩倫 吳" userId="603067e5563c3615" providerId="LiveId" clId="{F264422F-5690-A240-896F-FDAD9A5A4FE8}" dt="2025-07-25T14:23:39.700" v="241" actId="20577"/>
          <ac:spMkLst>
            <pc:docMk/>
            <pc:sldMk cId="3978026126" sldId="3028"/>
            <ac:spMk id="2" creationId="{347604F1-52DF-D8E8-8C23-EF72B240D97E}"/>
          </ac:spMkLst>
        </pc:spChg>
      </pc:sldChg>
      <pc:sldChg chg="del">
        <pc:chgData name="佩倫 吳" userId="603067e5563c3615" providerId="LiveId" clId="{F264422F-5690-A240-896F-FDAD9A5A4FE8}" dt="2025-07-25T13:36:57.482" v="17" actId="2696"/>
        <pc:sldMkLst>
          <pc:docMk/>
          <pc:sldMk cId="330859973" sldId="3029"/>
        </pc:sldMkLst>
      </pc:sldChg>
      <pc:sldChg chg="modSp add mod">
        <pc:chgData name="佩倫 吳" userId="603067e5563c3615" providerId="LiveId" clId="{F264422F-5690-A240-896F-FDAD9A5A4FE8}" dt="2025-07-25T14:23:42.483" v="242"/>
        <pc:sldMkLst>
          <pc:docMk/>
          <pc:sldMk cId="3487123660" sldId="3029"/>
        </pc:sldMkLst>
        <pc:spChg chg="mod">
          <ac:chgData name="佩倫 吳" userId="603067e5563c3615" providerId="LiveId" clId="{F264422F-5690-A240-896F-FDAD9A5A4FE8}" dt="2025-07-25T14:23:42.483" v="242"/>
          <ac:spMkLst>
            <pc:docMk/>
            <pc:sldMk cId="3487123660" sldId="3029"/>
            <ac:spMk id="2" creationId="{FBF24EC8-F4AB-995C-2A67-6ED79DB0A3B6}"/>
          </ac:spMkLst>
        </pc:spChg>
      </pc:sldChg>
      <pc:sldChg chg="del">
        <pc:chgData name="佩倫 吳" userId="603067e5563c3615" providerId="LiveId" clId="{F264422F-5690-A240-896F-FDAD9A5A4FE8}" dt="2025-07-25T13:36:57.509" v="27" actId="2696"/>
        <pc:sldMkLst>
          <pc:docMk/>
          <pc:sldMk cId="741803660" sldId="3030"/>
        </pc:sldMkLst>
      </pc:sldChg>
      <pc:sldChg chg="modSp new mod">
        <pc:chgData name="佩倫 吳" userId="603067e5563c3615" providerId="LiveId" clId="{F264422F-5690-A240-896F-FDAD9A5A4FE8}" dt="2025-07-25T14:25:34.951" v="329" actId="179"/>
        <pc:sldMkLst>
          <pc:docMk/>
          <pc:sldMk cId="2972005277" sldId="3030"/>
        </pc:sldMkLst>
        <pc:spChg chg="mod">
          <ac:chgData name="佩倫 吳" userId="603067e5563c3615" providerId="LiveId" clId="{F264422F-5690-A240-896F-FDAD9A5A4FE8}" dt="2025-07-25T14:23:53.940" v="273" actId="20577"/>
          <ac:spMkLst>
            <pc:docMk/>
            <pc:sldMk cId="2972005277" sldId="3030"/>
            <ac:spMk id="2" creationId="{185B1663-0C10-CC3D-EE87-B923C1FAB3EF}"/>
          </ac:spMkLst>
        </pc:spChg>
        <pc:spChg chg="mod">
          <ac:chgData name="佩倫 吳" userId="603067e5563c3615" providerId="LiveId" clId="{F264422F-5690-A240-896F-FDAD9A5A4FE8}" dt="2025-07-25T14:25:34.951" v="329" actId="179"/>
          <ac:spMkLst>
            <pc:docMk/>
            <pc:sldMk cId="2972005277" sldId="3030"/>
            <ac:spMk id="3" creationId="{C7EDB7BE-1E4A-C7EE-CF85-074EC3E3CE9C}"/>
          </ac:spMkLst>
        </pc:spChg>
      </pc:sldChg>
      <pc:sldChg chg="modSp new mod">
        <pc:chgData name="佩倫 吳" userId="603067e5563c3615" providerId="LiveId" clId="{F264422F-5690-A240-896F-FDAD9A5A4FE8}" dt="2025-07-25T14:26:34.268" v="357" actId="179"/>
        <pc:sldMkLst>
          <pc:docMk/>
          <pc:sldMk cId="3628174445" sldId="3031"/>
        </pc:sldMkLst>
        <pc:spChg chg="mod">
          <ac:chgData name="佩倫 吳" userId="603067e5563c3615" providerId="LiveId" clId="{F264422F-5690-A240-896F-FDAD9A5A4FE8}" dt="2025-07-25T14:24:03.465" v="304" actId="20577"/>
          <ac:spMkLst>
            <pc:docMk/>
            <pc:sldMk cId="3628174445" sldId="3031"/>
            <ac:spMk id="2" creationId="{85E988DB-744A-8F6A-1B9A-A7B72EDA75A1}"/>
          </ac:spMkLst>
        </pc:spChg>
        <pc:spChg chg="mod">
          <ac:chgData name="佩倫 吳" userId="603067e5563c3615" providerId="LiveId" clId="{F264422F-5690-A240-896F-FDAD9A5A4FE8}" dt="2025-07-25T14:26:34.268" v="357" actId="179"/>
          <ac:spMkLst>
            <pc:docMk/>
            <pc:sldMk cId="3628174445" sldId="3031"/>
            <ac:spMk id="3" creationId="{C92B2821-2CD3-9EEB-609B-32BD13055519}"/>
          </ac:spMkLst>
        </pc:spChg>
      </pc:sldChg>
      <pc:sldChg chg="del">
        <pc:chgData name="佩倫 吳" userId="603067e5563c3615" providerId="LiveId" clId="{F264422F-5690-A240-896F-FDAD9A5A4FE8}" dt="2025-07-25T13:36:57.500" v="25" actId="2696"/>
        <pc:sldMkLst>
          <pc:docMk/>
          <pc:sldMk cId="4077605667" sldId="3031"/>
        </pc:sldMkLst>
      </pc:sldChg>
      <pc:sldChg chg="modSp new mod">
        <pc:chgData name="佩倫 吳" userId="603067e5563c3615" providerId="LiveId" clId="{F264422F-5690-A240-896F-FDAD9A5A4FE8}" dt="2025-07-25T14:33:14.118" v="772" actId="179"/>
        <pc:sldMkLst>
          <pc:docMk/>
          <pc:sldMk cId="1982072510" sldId="3032"/>
        </pc:sldMkLst>
        <pc:spChg chg="mod">
          <ac:chgData name="佩倫 吳" userId="603067e5563c3615" providerId="LiveId" clId="{F264422F-5690-A240-896F-FDAD9A5A4FE8}" dt="2025-07-25T14:29:06.814" v="433" actId="20577"/>
          <ac:spMkLst>
            <pc:docMk/>
            <pc:sldMk cId="1982072510" sldId="3032"/>
            <ac:spMk id="2" creationId="{82E3BAB0-EC0E-6102-2AC7-99460C3C1E8D}"/>
          </ac:spMkLst>
        </pc:spChg>
        <pc:spChg chg="mod">
          <ac:chgData name="佩倫 吳" userId="603067e5563c3615" providerId="LiveId" clId="{F264422F-5690-A240-896F-FDAD9A5A4FE8}" dt="2025-07-25T14:33:14.118" v="772" actId="179"/>
          <ac:spMkLst>
            <pc:docMk/>
            <pc:sldMk cId="1982072510" sldId="3032"/>
            <ac:spMk id="3" creationId="{7F29F4D6-A020-DA66-D8D5-CD4CDD11BFAD}"/>
          </ac:spMkLst>
        </pc:spChg>
      </pc:sldChg>
      <pc:sldChg chg="del">
        <pc:chgData name="佩倫 吳" userId="603067e5563c3615" providerId="LiveId" clId="{F264422F-5690-A240-896F-FDAD9A5A4FE8}" dt="2025-07-25T13:36:57.484" v="21" actId="2696"/>
        <pc:sldMkLst>
          <pc:docMk/>
          <pc:sldMk cId="2146106473" sldId="3032"/>
        </pc:sldMkLst>
      </pc:sldChg>
      <pc:sldChg chg="modSp new mod">
        <pc:chgData name="佩倫 吳" userId="603067e5563c3615" providerId="LiveId" clId="{F264422F-5690-A240-896F-FDAD9A5A4FE8}" dt="2025-07-25T14:26:49.643" v="367" actId="20577"/>
        <pc:sldMkLst>
          <pc:docMk/>
          <pc:sldMk cId="2190804172" sldId="3033"/>
        </pc:sldMkLst>
        <pc:spChg chg="mod">
          <ac:chgData name="佩倫 吳" userId="603067e5563c3615" providerId="LiveId" clId="{F264422F-5690-A240-896F-FDAD9A5A4FE8}" dt="2025-07-25T14:26:24.729" v="352"/>
          <ac:spMkLst>
            <pc:docMk/>
            <pc:sldMk cId="2190804172" sldId="3033"/>
            <ac:spMk id="2" creationId="{13F1582A-5CB6-711F-2726-493BD06D924A}"/>
          </ac:spMkLst>
        </pc:spChg>
        <pc:spChg chg="mod">
          <ac:chgData name="佩倫 吳" userId="603067e5563c3615" providerId="LiveId" clId="{F264422F-5690-A240-896F-FDAD9A5A4FE8}" dt="2025-07-25T14:26:49.643" v="367" actId="20577"/>
          <ac:spMkLst>
            <pc:docMk/>
            <pc:sldMk cId="2190804172" sldId="3033"/>
            <ac:spMk id="3" creationId="{D51826E0-F7AA-AD33-82EA-B061E9C15F51}"/>
          </ac:spMkLst>
        </pc:spChg>
      </pc:sldChg>
      <pc:sldChg chg="del">
        <pc:chgData name="佩倫 吳" userId="603067e5563c3615" providerId="LiveId" clId="{F264422F-5690-A240-896F-FDAD9A5A4FE8}" dt="2025-07-25T13:36:57.476" v="14" actId="2696"/>
        <pc:sldMkLst>
          <pc:docMk/>
          <pc:sldMk cId="3902101916" sldId="3033"/>
        </pc:sldMkLst>
      </pc:sldChg>
      <pc:sldChg chg="modSp new mod">
        <pc:chgData name="佩倫 吳" userId="603067e5563c3615" providerId="LiveId" clId="{F264422F-5690-A240-896F-FDAD9A5A4FE8}" dt="2025-07-25T14:27:14.503" v="385" actId="404"/>
        <pc:sldMkLst>
          <pc:docMk/>
          <pc:sldMk cId="3711033716" sldId="3034"/>
        </pc:sldMkLst>
        <pc:spChg chg="mod">
          <ac:chgData name="佩倫 吳" userId="603067e5563c3615" providerId="LiveId" clId="{F264422F-5690-A240-896F-FDAD9A5A4FE8}" dt="2025-07-25T14:26:55.236" v="369"/>
          <ac:spMkLst>
            <pc:docMk/>
            <pc:sldMk cId="3711033716" sldId="3034"/>
            <ac:spMk id="2" creationId="{17913FF4-F75E-888D-2071-728276A476F3}"/>
          </ac:spMkLst>
        </pc:spChg>
        <pc:spChg chg="mod">
          <ac:chgData name="佩倫 吳" userId="603067e5563c3615" providerId="LiveId" clId="{F264422F-5690-A240-896F-FDAD9A5A4FE8}" dt="2025-07-25T14:27:14.503" v="385" actId="404"/>
          <ac:spMkLst>
            <pc:docMk/>
            <pc:sldMk cId="3711033716" sldId="3034"/>
            <ac:spMk id="3" creationId="{B07D28A8-762B-D064-B748-AA3084E96053}"/>
          </ac:spMkLst>
        </pc:spChg>
      </pc:sldChg>
      <pc:sldChg chg="del">
        <pc:chgData name="佩倫 吳" userId="603067e5563c3615" providerId="LiveId" clId="{F264422F-5690-A240-896F-FDAD9A5A4FE8}" dt="2025-07-25T13:36:57.504" v="26" actId="2696"/>
        <pc:sldMkLst>
          <pc:docMk/>
          <pc:sldMk cId="4172244957" sldId="3034"/>
        </pc:sldMkLst>
      </pc:sldChg>
      <pc:sldChg chg="modSp add mod">
        <pc:chgData name="佩倫 吳" userId="603067e5563c3615" providerId="LiveId" clId="{F264422F-5690-A240-896F-FDAD9A5A4FE8}" dt="2025-07-25T14:33:27.403" v="784" actId="179"/>
        <pc:sldMkLst>
          <pc:docMk/>
          <pc:sldMk cId="564877495" sldId="3035"/>
        </pc:sldMkLst>
        <pc:spChg chg="mod">
          <ac:chgData name="佩倫 吳" userId="603067e5563c3615" providerId="LiveId" clId="{F264422F-5690-A240-896F-FDAD9A5A4FE8}" dt="2025-07-25T14:33:27.403" v="784" actId="179"/>
          <ac:spMkLst>
            <pc:docMk/>
            <pc:sldMk cId="564877495" sldId="3035"/>
            <ac:spMk id="3" creationId="{57A11AFE-A2A1-E103-9788-D2326418CD96}"/>
          </ac:spMkLst>
        </pc:spChg>
      </pc:sldChg>
      <pc:sldChg chg="del">
        <pc:chgData name="佩倫 吳" userId="603067e5563c3615" providerId="LiveId" clId="{F264422F-5690-A240-896F-FDAD9A5A4FE8}" dt="2025-07-25T13:36:57.483" v="19" actId="2696"/>
        <pc:sldMkLst>
          <pc:docMk/>
          <pc:sldMk cId="2311379014" sldId="3035"/>
        </pc:sldMkLst>
      </pc:sldChg>
      <pc:sldChg chg="del">
        <pc:chgData name="佩倫 吳" userId="603067e5563c3615" providerId="LiveId" clId="{F264422F-5690-A240-896F-FDAD9A5A4FE8}" dt="2025-07-25T13:36:57.466" v="1" actId="2696"/>
        <pc:sldMkLst>
          <pc:docMk/>
          <pc:sldMk cId="2278150552" sldId="3036"/>
        </pc:sldMkLst>
      </pc:sldChg>
      <pc:sldChg chg="modSp add mod">
        <pc:chgData name="佩倫 吳" userId="603067e5563c3615" providerId="LiveId" clId="{F264422F-5690-A240-896F-FDAD9A5A4FE8}" dt="2025-07-25T14:33:39.019" v="789" actId="179"/>
        <pc:sldMkLst>
          <pc:docMk/>
          <pc:sldMk cId="3124189431" sldId="3036"/>
        </pc:sldMkLst>
        <pc:spChg chg="mod">
          <ac:chgData name="佩倫 吳" userId="603067e5563c3615" providerId="LiveId" clId="{F264422F-5690-A240-896F-FDAD9A5A4FE8}" dt="2025-07-25T14:33:39.019" v="789" actId="179"/>
          <ac:spMkLst>
            <pc:docMk/>
            <pc:sldMk cId="3124189431" sldId="3036"/>
            <ac:spMk id="3" creationId="{3B67E232-4440-F164-D560-EFD880972DEA}"/>
          </ac:spMkLst>
        </pc:spChg>
      </pc:sldChg>
      <pc:sldChg chg="modSp add mod">
        <pc:chgData name="佩倫 吳" userId="603067e5563c3615" providerId="LiveId" clId="{F264422F-5690-A240-896F-FDAD9A5A4FE8}" dt="2025-07-25T14:33:59.319" v="802" actId="179"/>
        <pc:sldMkLst>
          <pc:docMk/>
          <pc:sldMk cId="1191159210" sldId="3037"/>
        </pc:sldMkLst>
        <pc:spChg chg="mod">
          <ac:chgData name="佩倫 吳" userId="603067e5563c3615" providerId="LiveId" clId="{F264422F-5690-A240-896F-FDAD9A5A4FE8}" dt="2025-07-25T14:33:59.319" v="802" actId="179"/>
          <ac:spMkLst>
            <pc:docMk/>
            <pc:sldMk cId="1191159210" sldId="3037"/>
            <ac:spMk id="3" creationId="{B57C2AF4-5BE8-4E1F-E1EC-9C0D5C6289BF}"/>
          </ac:spMkLst>
        </pc:spChg>
      </pc:sldChg>
      <pc:sldChg chg="del">
        <pc:chgData name="佩倫 吳" userId="603067e5563c3615" providerId="LiveId" clId="{F264422F-5690-A240-896F-FDAD9A5A4FE8}" dt="2025-07-25T13:36:57.475" v="12" actId="2696"/>
        <pc:sldMkLst>
          <pc:docMk/>
          <pc:sldMk cId="1253350709" sldId="3038"/>
        </pc:sldMkLst>
      </pc:sldChg>
      <pc:sldChg chg="modSp new mod">
        <pc:chgData name="佩倫 吳" userId="603067e5563c3615" providerId="LiveId" clId="{F264422F-5690-A240-896F-FDAD9A5A4FE8}" dt="2025-07-25T14:35:02.887" v="824" actId="179"/>
        <pc:sldMkLst>
          <pc:docMk/>
          <pc:sldMk cId="2340749064" sldId="3038"/>
        </pc:sldMkLst>
        <pc:spChg chg="mod">
          <ac:chgData name="佩倫 吳" userId="603067e5563c3615" providerId="LiveId" clId="{F264422F-5690-A240-896F-FDAD9A5A4FE8}" dt="2025-07-25T14:29:31.208" v="476" actId="20577"/>
          <ac:spMkLst>
            <pc:docMk/>
            <pc:sldMk cId="2340749064" sldId="3038"/>
            <ac:spMk id="2" creationId="{3B967B58-BAB3-B4BA-8F82-02FC2EFA84E2}"/>
          </ac:spMkLst>
        </pc:spChg>
        <pc:spChg chg="mod">
          <ac:chgData name="佩倫 吳" userId="603067e5563c3615" providerId="LiveId" clId="{F264422F-5690-A240-896F-FDAD9A5A4FE8}" dt="2025-07-25T14:35:02.887" v="824" actId="179"/>
          <ac:spMkLst>
            <pc:docMk/>
            <pc:sldMk cId="2340749064" sldId="3038"/>
            <ac:spMk id="3" creationId="{BD2D7422-12C2-8CA0-2A14-858A8CC6E7F0}"/>
          </ac:spMkLst>
        </pc:spChg>
      </pc:sldChg>
      <pc:sldChg chg="modSp new mod">
        <pc:chgData name="佩倫 吳" userId="603067e5563c3615" providerId="LiveId" clId="{F264422F-5690-A240-896F-FDAD9A5A4FE8}" dt="2025-07-25T14:36:05.520" v="835" actId="179"/>
        <pc:sldMkLst>
          <pc:docMk/>
          <pc:sldMk cId="1343115728" sldId="3039"/>
        </pc:sldMkLst>
        <pc:spChg chg="mod">
          <ac:chgData name="佩倫 吳" userId="603067e5563c3615" providerId="LiveId" clId="{F264422F-5690-A240-896F-FDAD9A5A4FE8}" dt="2025-07-25T14:29:47.228" v="501" actId="20577"/>
          <ac:spMkLst>
            <pc:docMk/>
            <pc:sldMk cId="1343115728" sldId="3039"/>
            <ac:spMk id="2" creationId="{6F77835B-9E80-057F-F6DF-EDBF2B70AE08}"/>
          </ac:spMkLst>
        </pc:spChg>
        <pc:spChg chg="mod">
          <ac:chgData name="佩倫 吳" userId="603067e5563c3615" providerId="LiveId" clId="{F264422F-5690-A240-896F-FDAD9A5A4FE8}" dt="2025-07-25T14:36:05.520" v="835" actId="179"/>
          <ac:spMkLst>
            <pc:docMk/>
            <pc:sldMk cId="1343115728" sldId="3039"/>
            <ac:spMk id="3" creationId="{BD8DFB2C-E5FE-30DE-3F2C-86F7A7F8194F}"/>
          </ac:spMkLst>
        </pc:spChg>
      </pc:sldChg>
      <pc:sldChg chg="modSp new mod">
        <pc:chgData name="佩倫 吳" userId="603067e5563c3615" providerId="LiveId" clId="{F264422F-5690-A240-896F-FDAD9A5A4FE8}" dt="2025-07-25T14:36:32.019" v="846" actId="179"/>
        <pc:sldMkLst>
          <pc:docMk/>
          <pc:sldMk cId="936275007" sldId="3040"/>
        </pc:sldMkLst>
        <pc:spChg chg="mod">
          <ac:chgData name="佩倫 吳" userId="603067e5563c3615" providerId="LiveId" clId="{F264422F-5690-A240-896F-FDAD9A5A4FE8}" dt="2025-07-25T14:30:01.184" v="535" actId="20577"/>
          <ac:spMkLst>
            <pc:docMk/>
            <pc:sldMk cId="936275007" sldId="3040"/>
            <ac:spMk id="2" creationId="{352CBCDF-8DE3-8D20-6F20-8C29E6D3EB51}"/>
          </ac:spMkLst>
        </pc:spChg>
        <pc:spChg chg="mod">
          <ac:chgData name="佩倫 吳" userId="603067e5563c3615" providerId="LiveId" clId="{F264422F-5690-A240-896F-FDAD9A5A4FE8}" dt="2025-07-25T14:36:32.019" v="846" actId="179"/>
          <ac:spMkLst>
            <pc:docMk/>
            <pc:sldMk cId="936275007" sldId="3040"/>
            <ac:spMk id="3" creationId="{A69B6BD6-8859-7154-DF3A-28C1C910B86F}"/>
          </ac:spMkLst>
        </pc:spChg>
      </pc:sldChg>
      <pc:sldChg chg="modSp new mod">
        <pc:chgData name="佩倫 吳" userId="603067e5563c3615" providerId="LiveId" clId="{F264422F-5690-A240-896F-FDAD9A5A4FE8}" dt="2025-07-25T14:37:10.638" v="872" actId="404"/>
        <pc:sldMkLst>
          <pc:docMk/>
          <pc:sldMk cId="2328686564" sldId="3041"/>
        </pc:sldMkLst>
        <pc:spChg chg="mod">
          <ac:chgData name="佩倫 吳" userId="603067e5563c3615" providerId="LiveId" clId="{F264422F-5690-A240-896F-FDAD9A5A4FE8}" dt="2025-07-25T14:30:13.280" v="544" actId="20577"/>
          <ac:spMkLst>
            <pc:docMk/>
            <pc:sldMk cId="2328686564" sldId="3041"/>
            <ac:spMk id="2" creationId="{301693BE-3564-A1E3-604C-5B045205A0B8}"/>
          </ac:spMkLst>
        </pc:spChg>
        <pc:spChg chg="mod">
          <ac:chgData name="佩倫 吳" userId="603067e5563c3615" providerId="LiveId" clId="{F264422F-5690-A240-896F-FDAD9A5A4FE8}" dt="2025-07-25T14:37:10.638" v="872" actId="404"/>
          <ac:spMkLst>
            <pc:docMk/>
            <pc:sldMk cId="2328686564" sldId="3041"/>
            <ac:spMk id="3" creationId="{AC3B581C-98C2-B9F8-4CF8-9D2B1DE8505E}"/>
          </ac:spMkLst>
        </pc:spChg>
      </pc:sldChg>
      <pc:sldChg chg="modSp add mod">
        <pc:chgData name="佩倫 吳" userId="603067e5563c3615" providerId="LiveId" clId="{F264422F-5690-A240-896F-FDAD9A5A4FE8}" dt="2025-07-25T14:30:25.684" v="546" actId="20577"/>
        <pc:sldMkLst>
          <pc:docMk/>
          <pc:sldMk cId="2296082742" sldId="3042"/>
        </pc:sldMkLst>
        <pc:spChg chg="mod">
          <ac:chgData name="佩倫 吳" userId="603067e5563c3615" providerId="LiveId" clId="{F264422F-5690-A240-896F-FDAD9A5A4FE8}" dt="2025-07-25T14:30:25.684" v="546" actId="20577"/>
          <ac:spMkLst>
            <pc:docMk/>
            <pc:sldMk cId="2296082742" sldId="3042"/>
            <ac:spMk id="3" creationId="{958D2C77-9615-8D6D-17E5-9A3A8F30B210}"/>
          </ac:spMkLst>
        </pc:spChg>
      </pc:sldChg>
      <pc:sldChg chg="modSp new mod">
        <pc:chgData name="佩倫 吳" userId="603067e5563c3615" providerId="LiveId" clId="{F264422F-5690-A240-896F-FDAD9A5A4FE8}" dt="2025-07-25T14:37:43.519" v="884" actId="179"/>
        <pc:sldMkLst>
          <pc:docMk/>
          <pc:sldMk cId="562230195" sldId="3043"/>
        </pc:sldMkLst>
        <pc:spChg chg="mod">
          <ac:chgData name="佩倫 吳" userId="603067e5563c3615" providerId="LiveId" clId="{F264422F-5690-A240-896F-FDAD9A5A4FE8}" dt="2025-07-25T14:30:51.133" v="579" actId="20577"/>
          <ac:spMkLst>
            <pc:docMk/>
            <pc:sldMk cId="562230195" sldId="3043"/>
            <ac:spMk id="2" creationId="{11DBDFE3-1059-5C08-145A-D04518D541E2}"/>
          </ac:spMkLst>
        </pc:spChg>
        <pc:spChg chg="mod">
          <ac:chgData name="佩倫 吳" userId="603067e5563c3615" providerId="LiveId" clId="{F264422F-5690-A240-896F-FDAD9A5A4FE8}" dt="2025-07-25T14:37:43.519" v="884" actId="179"/>
          <ac:spMkLst>
            <pc:docMk/>
            <pc:sldMk cId="562230195" sldId="3043"/>
            <ac:spMk id="3" creationId="{76492E71-DD96-F7F1-0B18-A2A26BDD52ED}"/>
          </ac:spMkLst>
        </pc:spChg>
      </pc:sldChg>
      <pc:sldChg chg="modSp new mod">
        <pc:chgData name="佩倫 吳" userId="603067e5563c3615" providerId="LiveId" clId="{F264422F-5690-A240-896F-FDAD9A5A4FE8}" dt="2025-07-25T14:38:24.888" v="903" actId="404"/>
        <pc:sldMkLst>
          <pc:docMk/>
          <pc:sldMk cId="2198364586" sldId="3044"/>
        </pc:sldMkLst>
        <pc:spChg chg="mod">
          <ac:chgData name="佩倫 吳" userId="603067e5563c3615" providerId="LiveId" clId="{F264422F-5690-A240-896F-FDAD9A5A4FE8}" dt="2025-07-25T14:31:03.320" v="616" actId="20577"/>
          <ac:spMkLst>
            <pc:docMk/>
            <pc:sldMk cId="2198364586" sldId="3044"/>
            <ac:spMk id="2" creationId="{40D2A69C-3583-08B8-760A-29457D99703C}"/>
          </ac:spMkLst>
        </pc:spChg>
        <pc:spChg chg="mod">
          <ac:chgData name="佩倫 吳" userId="603067e5563c3615" providerId="LiveId" clId="{F264422F-5690-A240-896F-FDAD9A5A4FE8}" dt="2025-07-25T14:38:24.888" v="903" actId="404"/>
          <ac:spMkLst>
            <pc:docMk/>
            <pc:sldMk cId="2198364586" sldId="3044"/>
            <ac:spMk id="3" creationId="{AC090913-91BA-3F9F-3B63-C4315167A54B}"/>
          </ac:spMkLst>
        </pc:spChg>
      </pc:sldChg>
      <pc:sldChg chg="add">
        <pc:chgData name="佩倫 吳" userId="603067e5563c3615" providerId="LiveId" clId="{F264422F-5690-A240-896F-FDAD9A5A4FE8}" dt="2025-07-25T14:31:06.291" v="617"/>
        <pc:sldMkLst>
          <pc:docMk/>
          <pc:sldMk cId="3394340292" sldId="3045"/>
        </pc:sldMkLst>
      </pc:sldChg>
      <pc:sldChg chg="addSp delSp modSp new mod">
        <pc:chgData name="佩倫 吳" userId="603067e5563c3615" providerId="LiveId" clId="{F264422F-5690-A240-896F-FDAD9A5A4FE8}" dt="2025-07-25T14:39:06.785" v="925" actId="20577"/>
        <pc:sldMkLst>
          <pc:docMk/>
          <pc:sldMk cId="225982040" sldId="3046"/>
        </pc:sldMkLst>
        <pc:spChg chg="mod">
          <ac:chgData name="佩倫 吳" userId="603067e5563c3615" providerId="LiveId" clId="{F264422F-5690-A240-896F-FDAD9A5A4FE8}" dt="2025-07-25T14:31:21.214" v="650" actId="20577"/>
          <ac:spMkLst>
            <pc:docMk/>
            <pc:sldMk cId="225982040" sldId="3046"/>
            <ac:spMk id="2" creationId="{7FE0358B-CCF1-CCB0-9D84-556FFD15CBA9}"/>
          </ac:spMkLst>
        </pc:spChg>
        <pc:spChg chg="add del mod">
          <ac:chgData name="佩倫 吳" userId="603067e5563c3615" providerId="LiveId" clId="{F264422F-5690-A240-896F-FDAD9A5A4FE8}" dt="2025-07-25T14:39:06.785" v="925" actId="20577"/>
          <ac:spMkLst>
            <pc:docMk/>
            <pc:sldMk cId="225982040" sldId="3046"/>
            <ac:spMk id="3" creationId="{9EA574BB-C96C-0EBB-151C-3A5AAD338425}"/>
          </ac:spMkLst>
        </pc:spChg>
        <pc:spChg chg="add mod">
          <ac:chgData name="佩倫 吳" userId="603067e5563c3615" providerId="LiveId" clId="{F264422F-5690-A240-896F-FDAD9A5A4FE8}" dt="2025-07-25T14:38:58.517" v="920" actId="478"/>
          <ac:spMkLst>
            <pc:docMk/>
            <pc:sldMk cId="225982040" sldId="3046"/>
            <ac:spMk id="4" creationId="{B4E5BAA7-B9F0-C4AA-D26F-02F2A2D9FE63}"/>
          </ac:spMkLst>
        </pc:spChg>
      </pc:sldChg>
      <pc:sldChg chg="modSp new mod">
        <pc:chgData name="佩倫 吳" userId="603067e5563c3615" providerId="LiveId" clId="{F264422F-5690-A240-896F-FDAD9A5A4FE8}" dt="2025-07-25T14:39:24.038" v="933" actId="179"/>
        <pc:sldMkLst>
          <pc:docMk/>
          <pc:sldMk cId="2048362806" sldId="3047"/>
        </pc:sldMkLst>
        <pc:spChg chg="mod">
          <ac:chgData name="佩倫 吳" userId="603067e5563c3615" providerId="LiveId" clId="{F264422F-5690-A240-896F-FDAD9A5A4FE8}" dt="2025-07-25T14:31:29.590" v="657" actId="20577"/>
          <ac:spMkLst>
            <pc:docMk/>
            <pc:sldMk cId="2048362806" sldId="3047"/>
            <ac:spMk id="2" creationId="{F74DF57A-747D-52B7-983B-0BE04E8EBF0E}"/>
          </ac:spMkLst>
        </pc:spChg>
        <pc:spChg chg="mod">
          <ac:chgData name="佩倫 吳" userId="603067e5563c3615" providerId="LiveId" clId="{F264422F-5690-A240-896F-FDAD9A5A4FE8}" dt="2025-07-25T14:39:24.038" v="933" actId="179"/>
          <ac:spMkLst>
            <pc:docMk/>
            <pc:sldMk cId="2048362806" sldId="3047"/>
            <ac:spMk id="3" creationId="{34903590-C112-8735-4705-5BA6003CF122}"/>
          </ac:spMkLst>
        </pc:spChg>
      </pc:sldChg>
      <pc:sldChg chg="modSp add mod">
        <pc:chgData name="佩倫 吳" userId="603067e5563c3615" providerId="LiveId" clId="{F264422F-5690-A240-896F-FDAD9A5A4FE8}" dt="2025-07-25T14:39:47.903" v="948" actId="179"/>
        <pc:sldMkLst>
          <pc:docMk/>
          <pc:sldMk cId="2972623747" sldId="3048"/>
        </pc:sldMkLst>
        <pc:spChg chg="mod">
          <ac:chgData name="佩倫 吳" userId="603067e5563c3615" providerId="LiveId" clId="{F264422F-5690-A240-896F-FDAD9A5A4FE8}" dt="2025-07-25T14:31:34.598" v="663" actId="20577"/>
          <ac:spMkLst>
            <pc:docMk/>
            <pc:sldMk cId="2972623747" sldId="3048"/>
            <ac:spMk id="2" creationId="{D999C79C-ECA1-77D4-4866-C1BB2D3EA3D1}"/>
          </ac:spMkLst>
        </pc:spChg>
        <pc:spChg chg="mod">
          <ac:chgData name="佩倫 吳" userId="603067e5563c3615" providerId="LiveId" clId="{F264422F-5690-A240-896F-FDAD9A5A4FE8}" dt="2025-07-25T14:39:47.903" v="948" actId="179"/>
          <ac:spMkLst>
            <pc:docMk/>
            <pc:sldMk cId="2972623747" sldId="3048"/>
            <ac:spMk id="3" creationId="{8E8D091E-F181-D3A5-8D81-997D2177CBBA}"/>
          </ac:spMkLst>
        </pc:spChg>
      </pc:sldChg>
      <pc:sldChg chg="modSp add mod">
        <pc:chgData name="佩倫 吳" userId="603067e5563c3615" providerId="LiveId" clId="{F264422F-5690-A240-896F-FDAD9A5A4FE8}" dt="2025-07-25T14:40:12.297" v="957" actId="179"/>
        <pc:sldMkLst>
          <pc:docMk/>
          <pc:sldMk cId="3456606270" sldId="3049"/>
        </pc:sldMkLst>
        <pc:spChg chg="mod">
          <ac:chgData name="佩倫 吳" userId="603067e5563c3615" providerId="LiveId" clId="{F264422F-5690-A240-896F-FDAD9A5A4FE8}" dt="2025-07-25T14:40:12.297" v="957" actId="179"/>
          <ac:spMkLst>
            <pc:docMk/>
            <pc:sldMk cId="3456606270" sldId="3049"/>
            <ac:spMk id="3" creationId="{B2494D03-511B-BDF7-0768-9C2C8DA7F0A1}"/>
          </ac:spMkLst>
        </pc:spChg>
      </pc:sldChg>
      <pc:sldChg chg="modSp new mod">
        <pc:chgData name="佩倫 吳" userId="603067e5563c3615" providerId="LiveId" clId="{F264422F-5690-A240-896F-FDAD9A5A4FE8}" dt="2025-07-25T14:40:57.427" v="982" actId="20577"/>
        <pc:sldMkLst>
          <pc:docMk/>
          <pc:sldMk cId="2050005111" sldId="3050"/>
        </pc:sldMkLst>
        <pc:spChg chg="mod">
          <ac:chgData name="佩倫 吳" userId="603067e5563c3615" providerId="LiveId" clId="{F264422F-5690-A240-896F-FDAD9A5A4FE8}" dt="2025-07-25T14:31:48.542" v="704" actId="20577"/>
          <ac:spMkLst>
            <pc:docMk/>
            <pc:sldMk cId="2050005111" sldId="3050"/>
            <ac:spMk id="2" creationId="{50C4B9F7-97D2-732D-0D20-570C58A2548F}"/>
          </ac:spMkLst>
        </pc:spChg>
        <pc:spChg chg="mod">
          <ac:chgData name="佩倫 吳" userId="603067e5563c3615" providerId="LiveId" clId="{F264422F-5690-A240-896F-FDAD9A5A4FE8}" dt="2025-07-25T14:40:57.427" v="982" actId="20577"/>
          <ac:spMkLst>
            <pc:docMk/>
            <pc:sldMk cId="2050005111" sldId="3050"/>
            <ac:spMk id="3" creationId="{7D344405-F1A3-68D9-42A5-4989CD8D5C3A}"/>
          </ac:spMkLst>
        </pc:spChg>
      </pc:sldChg>
      <pc:sldChg chg="modSp new mod">
        <pc:chgData name="佩倫 吳" userId="603067e5563c3615" providerId="LiveId" clId="{F264422F-5690-A240-896F-FDAD9A5A4FE8}" dt="2025-07-25T14:41:26.936" v="995" actId="404"/>
        <pc:sldMkLst>
          <pc:docMk/>
          <pc:sldMk cId="3414191161" sldId="3051"/>
        </pc:sldMkLst>
        <pc:spChg chg="mod">
          <ac:chgData name="佩倫 吳" userId="603067e5563c3615" providerId="LiveId" clId="{F264422F-5690-A240-896F-FDAD9A5A4FE8}" dt="2025-07-25T14:31:58.881" v="754" actId="20577"/>
          <ac:spMkLst>
            <pc:docMk/>
            <pc:sldMk cId="3414191161" sldId="3051"/>
            <ac:spMk id="2" creationId="{F4618542-09EC-C97F-E45B-C8C6408C8F05}"/>
          </ac:spMkLst>
        </pc:spChg>
        <pc:spChg chg="mod">
          <ac:chgData name="佩倫 吳" userId="603067e5563c3615" providerId="LiveId" clId="{F264422F-5690-A240-896F-FDAD9A5A4FE8}" dt="2025-07-25T14:41:26.936" v="995" actId="404"/>
          <ac:spMkLst>
            <pc:docMk/>
            <pc:sldMk cId="3414191161" sldId="3051"/>
            <ac:spMk id="3" creationId="{D3526415-2766-1713-5F78-5C95CE0EFFD1}"/>
          </ac:spMkLst>
        </pc:spChg>
      </pc:sldChg>
      <pc:sldChg chg="modSp add mod">
        <pc:chgData name="佩倫 吳" userId="603067e5563c3615" providerId="LiveId" clId="{F264422F-5690-A240-896F-FDAD9A5A4FE8}" dt="2025-07-25T14:34:30.503" v="811" actId="179"/>
        <pc:sldMkLst>
          <pc:docMk/>
          <pc:sldMk cId="3839326801" sldId="3052"/>
        </pc:sldMkLst>
        <pc:spChg chg="mod">
          <ac:chgData name="佩倫 吳" userId="603067e5563c3615" providerId="LiveId" clId="{F264422F-5690-A240-896F-FDAD9A5A4FE8}" dt="2025-07-25T14:34:30.503" v="811" actId="179"/>
          <ac:spMkLst>
            <pc:docMk/>
            <pc:sldMk cId="3839326801" sldId="3052"/>
            <ac:spMk id="3" creationId="{8EC6A50C-70A9-F2B8-3543-019ECC5A8E32}"/>
          </ac:spMkLst>
        </pc:spChg>
      </pc:sldChg>
      <pc:sldChg chg="modSp add mod">
        <pc:chgData name="佩倫 吳" userId="603067e5563c3615" providerId="LiveId" clId="{F264422F-5690-A240-896F-FDAD9A5A4FE8}" dt="2025-07-25T14:34:38.717" v="817" actId="179"/>
        <pc:sldMkLst>
          <pc:docMk/>
          <pc:sldMk cId="53732719" sldId="3053"/>
        </pc:sldMkLst>
        <pc:spChg chg="mod">
          <ac:chgData name="佩倫 吳" userId="603067e5563c3615" providerId="LiveId" clId="{F264422F-5690-A240-896F-FDAD9A5A4FE8}" dt="2025-07-25T14:34:38.717" v="817" actId="179"/>
          <ac:spMkLst>
            <pc:docMk/>
            <pc:sldMk cId="53732719" sldId="3053"/>
            <ac:spMk id="3" creationId="{E8AFF320-1ACC-E1B6-F76F-23776FB4B27D}"/>
          </ac:spMkLst>
        </pc:spChg>
      </pc:sldChg>
      <pc:sldChg chg="modSp add mod">
        <pc:chgData name="佩倫 吳" userId="603067e5563c3615" providerId="LiveId" clId="{F264422F-5690-A240-896F-FDAD9A5A4FE8}" dt="2025-07-25T14:36:40.471" v="853" actId="179"/>
        <pc:sldMkLst>
          <pc:docMk/>
          <pc:sldMk cId="3563571942" sldId="3054"/>
        </pc:sldMkLst>
        <pc:spChg chg="mod">
          <ac:chgData name="佩倫 吳" userId="603067e5563c3615" providerId="LiveId" clId="{F264422F-5690-A240-896F-FDAD9A5A4FE8}" dt="2025-07-25T14:36:40.471" v="853" actId="179"/>
          <ac:spMkLst>
            <pc:docMk/>
            <pc:sldMk cId="3563571942" sldId="3054"/>
            <ac:spMk id="3" creationId="{99870D07-4D2D-A4AD-0499-74C55258BB8D}"/>
          </ac:spMkLst>
        </pc:spChg>
      </pc:sldChg>
      <pc:sldChg chg="modSp add mod">
        <pc:chgData name="佩倫 吳" userId="603067e5563c3615" providerId="LiveId" clId="{F264422F-5690-A240-896F-FDAD9A5A4FE8}" dt="2025-07-25T14:39:08.796" v="926" actId="20577"/>
        <pc:sldMkLst>
          <pc:docMk/>
          <pc:sldMk cId="1685575260" sldId="3055"/>
        </pc:sldMkLst>
        <pc:spChg chg="mod">
          <ac:chgData name="佩倫 吳" userId="603067e5563c3615" providerId="LiveId" clId="{F264422F-5690-A240-896F-FDAD9A5A4FE8}" dt="2025-07-25T14:39:08.796" v="926" actId="20577"/>
          <ac:spMkLst>
            <pc:docMk/>
            <pc:sldMk cId="1685575260" sldId="3055"/>
            <ac:spMk id="3" creationId="{A873F9C3-2D5B-C94A-4AE7-61D0A9CC13BE}"/>
          </ac:spMkLst>
        </pc:spChg>
      </pc:sldChg>
      <pc:sldChg chg="modSp add mod">
        <pc:chgData name="佩倫 吳" userId="603067e5563c3615" providerId="LiveId" clId="{F264422F-5690-A240-896F-FDAD9A5A4FE8}" dt="2025-07-25T14:40:21.204" v="966" actId="179"/>
        <pc:sldMkLst>
          <pc:docMk/>
          <pc:sldMk cId="3941087962" sldId="3056"/>
        </pc:sldMkLst>
        <pc:spChg chg="mod">
          <ac:chgData name="佩倫 吳" userId="603067e5563c3615" providerId="LiveId" clId="{F264422F-5690-A240-896F-FDAD9A5A4FE8}" dt="2025-07-25T14:40:21.204" v="966" actId="179"/>
          <ac:spMkLst>
            <pc:docMk/>
            <pc:sldMk cId="3941087962" sldId="3056"/>
            <ac:spMk id="3" creationId="{C110D592-EE97-7111-4EC1-039F8BCD18B2}"/>
          </ac:spMkLst>
        </pc:spChg>
      </pc:sldChg>
    </pc:docChg>
  </pc:docChgLst>
  <pc:docChgLst>
    <pc:chgData name="佩倫 吳" userId="603067e5563c3615" providerId="LiveId" clId="{0D048FE0-7792-F04E-8624-7DE20550893C}"/>
    <pc:docChg chg="undo custSel addSld delSld modSld sldOrd">
      <pc:chgData name="佩倫 吳" userId="603067e5563c3615" providerId="LiveId" clId="{0D048FE0-7792-F04E-8624-7DE20550893C}" dt="2025-03-15T07:17:48.002" v="556" actId="20577"/>
      <pc:docMkLst>
        <pc:docMk/>
      </pc:docMkLst>
      <pc:sldChg chg="modSp mod">
        <pc:chgData name="佩倫 吳" userId="603067e5563c3615" providerId="LiveId" clId="{0D048FE0-7792-F04E-8624-7DE20550893C}" dt="2025-03-15T07:02:28.797" v="27" actId="20577"/>
        <pc:sldMkLst>
          <pc:docMk/>
          <pc:sldMk cId="1388116533" sldId="523"/>
        </pc:sldMkLst>
      </pc:sldChg>
      <pc:sldChg chg="modSp mod">
        <pc:chgData name="佩倫 吳" userId="603067e5563c3615" providerId="LiveId" clId="{0D048FE0-7792-F04E-8624-7DE20550893C}" dt="2025-03-15T07:03:14.492" v="52" actId="179"/>
        <pc:sldMkLst>
          <pc:docMk/>
          <pc:sldMk cId="3627257582" sldId="2971"/>
        </pc:sldMkLst>
      </pc:sldChg>
      <pc:sldChg chg="del">
        <pc:chgData name="佩倫 吳" userId="603067e5563c3615" providerId="LiveId" clId="{0D048FE0-7792-F04E-8624-7DE20550893C}" dt="2025-03-15T07:03:26.673" v="54" actId="2696"/>
        <pc:sldMkLst>
          <pc:docMk/>
          <pc:sldMk cId="2787004418" sldId="2972"/>
        </pc:sldMkLst>
      </pc:sldChg>
      <pc:sldChg chg="del">
        <pc:chgData name="佩倫 吳" userId="603067e5563c3615" providerId="LiveId" clId="{0D048FE0-7792-F04E-8624-7DE20550893C}" dt="2025-03-15T07:03:26.677" v="56" actId="2696"/>
        <pc:sldMkLst>
          <pc:docMk/>
          <pc:sldMk cId="3602450627" sldId="2973"/>
        </pc:sldMkLst>
      </pc:sldChg>
      <pc:sldChg chg="del">
        <pc:chgData name="佩倫 吳" userId="603067e5563c3615" providerId="LiveId" clId="{0D048FE0-7792-F04E-8624-7DE20550893C}" dt="2025-03-15T07:03:26.686" v="60" actId="2696"/>
        <pc:sldMkLst>
          <pc:docMk/>
          <pc:sldMk cId="775078957" sldId="2974"/>
        </pc:sldMkLst>
      </pc:sldChg>
      <pc:sldChg chg="del">
        <pc:chgData name="佩倫 吳" userId="603067e5563c3615" providerId="LiveId" clId="{0D048FE0-7792-F04E-8624-7DE20550893C}" dt="2025-03-15T07:03:26.688" v="61" actId="2696"/>
        <pc:sldMkLst>
          <pc:docMk/>
          <pc:sldMk cId="1929218478" sldId="2976"/>
        </pc:sldMkLst>
      </pc:sldChg>
      <pc:sldChg chg="del">
        <pc:chgData name="佩倫 吳" userId="603067e5563c3615" providerId="LiveId" clId="{0D048FE0-7792-F04E-8624-7DE20550893C}" dt="2025-03-15T07:03:26.701" v="67" actId="2696"/>
        <pc:sldMkLst>
          <pc:docMk/>
          <pc:sldMk cId="3400446600" sldId="2977"/>
        </pc:sldMkLst>
      </pc:sldChg>
      <pc:sldChg chg="del">
        <pc:chgData name="佩倫 吳" userId="603067e5563c3615" providerId="LiveId" clId="{0D048FE0-7792-F04E-8624-7DE20550893C}" dt="2025-03-15T07:03:26.708" v="70" actId="2696"/>
        <pc:sldMkLst>
          <pc:docMk/>
          <pc:sldMk cId="3583328373" sldId="2978"/>
        </pc:sldMkLst>
      </pc:sldChg>
      <pc:sldChg chg="del">
        <pc:chgData name="佩倫 吳" userId="603067e5563c3615" providerId="LiveId" clId="{0D048FE0-7792-F04E-8624-7DE20550893C}" dt="2025-03-15T07:03:26.697" v="65" actId="2696"/>
        <pc:sldMkLst>
          <pc:docMk/>
          <pc:sldMk cId="3918742083" sldId="2979"/>
        </pc:sldMkLst>
      </pc:sldChg>
      <pc:sldChg chg="del">
        <pc:chgData name="佩倫 吳" userId="603067e5563c3615" providerId="LiveId" clId="{0D048FE0-7792-F04E-8624-7DE20550893C}" dt="2025-03-15T07:03:26.693" v="63" actId="2696"/>
        <pc:sldMkLst>
          <pc:docMk/>
          <pc:sldMk cId="2220540025" sldId="2980"/>
        </pc:sldMkLst>
      </pc:sldChg>
      <pc:sldChg chg="del">
        <pc:chgData name="佩倫 吳" userId="603067e5563c3615" providerId="LiveId" clId="{0D048FE0-7792-F04E-8624-7DE20550893C}" dt="2025-03-15T07:03:26.727" v="79" actId="2696"/>
        <pc:sldMkLst>
          <pc:docMk/>
          <pc:sldMk cId="2395006567" sldId="2981"/>
        </pc:sldMkLst>
      </pc:sldChg>
      <pc:sldChg chg="del">
        <pc:chgData name="佩倫 吳" userId="603067e5563c3615" providerId="LiveId" clId="{0D048FE0-7792-F04E-8624-7DE20550893C}" dt="2025-03-15T07:03:26.675" v="55" actId="2696"/>
        <pc:sldMkLst>
          <pc:docMk/>
          <pc:sldMk cId="793996629" sldId="2982"/>
        </pc:sldMkLst>
      </pc:sldChg>
      <pc:sldChg chg="del">
        <pc:chgData name="佩倫 吳" userId="603067e5563c3615" providerId="LiveId" clId="{0D048FE0-7792-F04E-8624-7DE20550893C}" dt="2025-03-15T07:03:26.684" v="59" actId="2696"/>
        <pc:sldMkLst>
          <pc:docMk/>
          <pc:sldMk cId="3454853264" sldId="2983"/>
        </pc:sldMkLst>
      </pc:sldChg>
      <pc:sldChg chg="del">
        <pc:chgData name="佩倫 吳" userId="603067e5563c3615" providerId="LiveId" clId="{0D048FE0-7792-F04E-8624-7DE20550893C}" dt="2025-03-15T07:03:26.729" v="80" actId="2696"/>
        <pc:sldMkLst>
          <pc:docMk/>
          <pc:sldMk cId="3684037180" sldId="2984"/>
        </pc:sldMkLst>
      </pc:sldChg>
      <pc:sldChg chg="del">
        <pc:chgData name="佩倫 吳" userId="603067e5563c3615" providerId="LiveId" clId="{0D048FE0-7792-F04E-8624-7DE20550893C}" dt="2025-03-15T07:03:26.681" v="58" actId="2696"/>
        <pc:sldMkLst>
          <pc:docMk/>
          <pc:sldMk cId="2388386755" sldId="2985"/>
        </pc:sldMkLst>
      </pc:sldChg>
      <pc:sldChg chg="del">
        <pc:chgData name="佩倫 吳" userId="603067e5563c3615" providerId="LiveId" clId="{0D048FE0-7792-F04E-8624-7DE20550893C}" dt="2025-03-15T07:03:26.736" v="83" actId="2696"/>
        <pc:sldMkLst>
          <pc:docMk/>
          <pc:sldMk cId="2602019647" sldId="2986"/>
        </pc:sldMkLst>
      </pc:sldChg>
      <pc:sldChg chg="del">
        <pc:chgData name="佩倫 吳" userId="603067e5563c3615" providerId="LiveId" clId="{0D048FE0-7792-F04E-8624-7DE20550893C}" dt="2025-03-15T07:03:26.725" v="78" actId="2696"/>
        <pc:sldMkLst>
          <pc:docMk/>
          <pc:sldMk cId="3492279448" sldId="2987"/>
        </pc:sldMkLst>
      </pc:sldChg>
      <pc:sldChg chg="del">
        <pc:chgData name="佩倫 吳" userId="603067e5563c3615" providerId="LiveId" clId="{0D048FE0-7792-F04E-8624-7DE20550893C}" dt="2025-03-15T07:03:26.690" v="62" actId="2696"/>
        <pc:sldMkLst>
          <pc:docMk/>
          <pc:sldMk cId="3055202613" sldId="2989"/>
        </pc:sldMkLst>
      </pc:sldChg>
      <pc:sldChg chg="del">
        <pc:chgData name="佩倫 吳" userId="603067e5563c3615" providerId="LiveId" clId="{0D048FE0-7792-F04E-8624-7DE20550893C}" dt="2025-03-15T07:03:26.719" v="75" actId="2696"/>
        <pc:sldMkLst>
          <pc:docMk/>
          <pc:sldMk cId="2392904616" sldId="2990"/>
        </pc:sldMkLst>
      </pc:sldChg>
      <pc:sldChg chg="del">
        <pc:chgData name="佩倫 吳" userId="603067e5563c3615" providerId="LiveId" clId="{0D048FE0-7792-F04E-8624-7DE20550893C}" dt="2025-03-15T07:03:26.703" v="68" actId="2696"/>
        <pc:sldMkLst>
          <pc:docMk/>
          <pc:sldMk cId="3425526754" sldId="2991"/>
        </pc:sldMkLst>
      </pc:sldChg>
      <pc:sldChg chg="del">
        <pc:chgData name="佩倫 吳" userId="603067e5563c3615" providerId="LiveId" clId="{0D048FE0-7792-F04E-8624-7DE20550893C}" dt="2025-03-15T07:03:26.731" v="81" actId="2696"/>
        <pc:sldMkLst>
          <pc:docMk/>
          <pc:sldMk cId="683716537" sldId="2993"/>
        </pc:sldMkLst>
      </pc:sldChg>
      <pc:sldChg chg="del">
        <pc:chgData name="佩倫 吳" userId="603067e5563c3615" providerId="LiveId" clId="{0D048FE0-7792-F04E-8624-7DE20550893C}" dt="2025-03-15T07:03:26.712" v="72" actId="2696"/>
        <pc:sldMkLst>
          <pc:docMk/>
          <pc:sldMk cId="636670520" sldId="2994"/>
        </pc:sldMkLst>
      </pc:sldChg>
      <pc:sldChg chg="del">
        <pc:chgData name="佩倫 吳" userId="603067e5563c3615" providerId="LiveId" clId="{0D048FE0-7792-F04E-8624-7DE20550893C}" dt="2025-03-15T07:03:26.679" v="57" actId="2696"/>
        <pc:sldMkLst>
          <pc:docMk/>
          <pc:sldMk cId="4069463560" sldId="2995"/>
        </pc:sldMkLst>
      </pc:sldChg>
      <pc:sldChg chg="del">
        <pc:chgData name="佩倫 吳" userId="603067e5563c3615" providerId="LiveId" clId="{0D048FE0-7792-F04E-8624-7DE20550893C}" dt="2025-03-15T07:03:26.723" v="77" actId="2696"/>
        <pc:sldMkLst>
          <pc:docMk/>
          <pc:sldMk cId="1902413655" sldId="2996"/>
        </pc:sldMkLst>
      </pc:sldChg>
      <pc:sldChg chg="del">
        <pc:chgData name="佩倫 吳" userId="603067e5563c3615" providerId="LiveId" clId="{0D048FE0-7792-F04E-8624-7DE20550893C}" dt="2025-03-15T07:03:26.706" v="69" actId="2696"/>
        <pc:sldMkLst>
          <pc:docMk/>
          <pc:sldMk cId="122972658" sldId="2997"/>
        </pc:sldMkLst>
      </pc:sldChg>
      <pc:sldChg chg="del">
        <pc:chgData name="佩倫 吳" userId="603067e5563c3615" providerId="LiveId" clId="{0D048FE0-7792-F04E-8624-7DE20550893C}" dt="2025-03-15T07:03:26.715" v="73" actId="2696"/>
        <pc:sldMkLst>
          <pc:docMk/>
          <pc:sldMk cId="2158520640" sldId="2998"/>
        </pc:sldMkLst>
      </pc:sldChg>
      <pc:sldChg chg="del">
        <pc:chgData name="佩倫 吳" userId="603067e5563c3615" providerId="LiveId" clId="{0D048FE0-7792-F04E-8624-7DE20550893C}" dt="2025-03-15T07:03:26.717" v="74" actId="2696"/>
        <pc:sldMkLst>
          <pc:docMk/>
          <pc:sldMk cId="1116331371" sldId="2999"/>
        </pc:sldMkLst>
      </pc:sldChg>
      <pc:sldChg chg="del">
        <pc:chgData name="佩倫 吳" userId="603067e5563c3615" providerId="LiveId" clId="{0D048FE0-7792-F04E-8624-7DE20550893C}" dt="2025-03-15T07:03:26.721" v="76" actId="2696"/>
        <pc:sldMkLst>
          <pc:docMk/>
          <pc:sldMk cId="448432087" sldId="3000"/>
        </pc:sldMkLst>
      </pc:sldChg>
      <pc:sldChg chg="del">
        <pc:chgData name="佩倫 吳" userId="603067e5563c3615" providerId="LiveId" clId="{0D048FE0-7792-F04E-8624-7DE20550893C}" dt="2025-03-15T07:03:26.766" v="86" actId="2696"/>
        <pc:sldMkLst>
          <pc:docMk/>
          <pc:sldMk cId="2726299700" sldId="3001"/>
        </pc:sldMkLst>
      </pc:sldChg>
      <pc:sldChg chg="del">
        <pc:chgData name="佩倫 吳" userId="603067e5563c3615" providerId="LiveId" clId="{0D048FE0-7792-F04E-8624-7DE20550893C}" dt="2025-03-15T07:03:26.738" v="84" actId="2696"/>
        <pc:sldMkLst>
          <pc:docMk/>
          <pc:sldMk cId="2941104925" sldId="3002"/>
        </pc:sldMkLst>
      </pc:sldChg>
      <pc:sldChg chg="del">
        <pc:chgData name="佩倫 吳" userId="603067e5563c3615" providerId="LiveId" clId="{0D048FE0-7792-F04E-8624-7DE20550893C}" dt="2025-03-15T07:03:26.695" v="64" actId="2696"/>
        <pc:sldMkLst>
          <pc:docMk/>
          <pc:sldMk cId="2444852257" sldId="3003"/>
        </pc:sldMkLst>
      </pc:sldChg>
      <pc:sldChg chg="del">
        <pc:chgData name="佩倫 吳" userId="603067e5563c3615" providerId="LiveId" clId="{0D048FE0-7792-F04E-8624-7DE20550893C}" dt="2025-03-15T07:03:26.740" v="85" actId="2696"/>
        <pc:sldMkLst>
          <pc:docMk/>
          <pc:sldMk cId="3324512965" sldId="3004"/>
        </pc:sldMkLst>
      </pc:sldChg>
      <pc:sldChg chg="del">
        <pc:chgData name="佩倫 吳" userId="603067e5563c3615" providerId="LiveId" clId="{0D048FE0-7792-F04E-8624-7DE20550893C}" dt="2025-03-15T07:03:26.699" v="66" actId="2696"/>
        <pc:sldMkLst>
          <pc:docMk/>
          <pc:sldMk cId="3450788474" sldId="3005"/>
        </pc:sldMkLst>
      </pc:sldChg>
      <pc:sldChg chg="del">
        <pc:chgData name="佩倫 吳" userId="603067e5563c3615" providerId="LiveId" clId="{0D048FE0-7792-F04E-8624-7DE20550893C}" dt="2025-03-15T07:03:26.710" v="71" actId="2696"/>
        <pc:sldMkLst>
          <pc:docMk/>
          <pc:sldMk cId="2966156229" sldId="3006"/>
        </pc:sldMkLst>
      </pc:sldChg>
      <pc:sldChg chg="del">
        <pc:chgData name="佩倫 吳" userId="603067e5563c3615" providerId="LiveId" clId="{0D048FE0-7792-F04E-8624-7DE20550893C}" dt="2025-03-15T07:03:26.734" v="82" actId="2696"/>
        <pc:sldMkLst>
          <pc:docMk/>
          <pc:sldMk cId="1666458515" sldId="3008"/>
        </pc:sldMkLst>
      </pc:sldChg>
      <pc:sldChg chg="modSp new mod ord">
        <pc:chgData name="佩倫 吳" userId="603067e5563c3615" providerId="LiveId" clId="{0D048FE0-7792-F04E-8624-7DE20550893C}" dt="2025-03-15T07:03:17.303" v="53" actId="179"/>
        <pc:sldMkLst>
          <pc:docMk/>
          <pc:sldMk cId="867238427" sldId="3009"/>
        </pc:sldMkLst>
      </pc:sldChg>
      <pc:sldChg chg="modSp new mod">
        <pc:chgData name="佩倫 吳" userId="603067e5563c3615" providerId="LiveId" clId="{0D048FE0-7792-F04E-8624-7DE20550893C}" dt="2025-03-15T07:03:39.124" v="95" actId="122"/>
        <pc:sldMkLst>
          <pc:docMk/>
          <pc:sldMk cId="263934764" sldId="3010"/>
        </pc:sldMkLst>
      </pc:sldChg>
      <pc:sldChg chg="new del">
        <pc:chgData name="佩倫 吳" userId="603067e5563c3615" providerId="LiveId" clId="{0D048FE0-7792-F04E-8624-7DE20550893C}" dt="2025-03-15T07:02:55.194" v="44" actId="680"/>
        <pc:sldMkLst>
          <pc:docMk/>
          <pc:sldMk cId="2993409417" sldId="3010"/>
        </pc:sldMkLst>
      </pc:sldChg>
      <pc:sldChg chg="modSp new mod">
        <pc:chgData name="佩倫 吳" userId="603067e5563c3615" providerId="LiveId" clId="{0D048FE0-7792-F04E-8624-7DE20550893C}" dt="2025-03-15T07:08:14.784" v="236" actId="179"/>
        <pc:sldMkLst>
          <pc:docMk/>
          <pc:sldMk cId="3395342384" sldId="3011"/>
        </pc:sldMkLst>
      </pc:sldChg>
      <pc:sldChg chg="modSp new mod">
        <pc:chgData name="佩倫 吳" userId="603067e5563c3615" providerId="LiveId" clId="{0D048FE0-7792-F04E-8624-7DE20550893C}" dt="2025-03-15T07:08:49.892" v="261" actId="20577"/>
        <pc:sldMkLst>
          <pc:docMk/>
          <pc:sldMk cId="3869737929" sldId="3012"/>
        </pc:sldMkLst>
      </pc:sldChg>
      <pc:sldChg chg="modSp add mod">
        <pc:chgData name="佩倫 吳" userId="603067e5563c3615" providerId="LiveId" clId="{0D048FE0-7792-F04E-8624-7DE20550893C}" dt="2025-03-15T07:05:31.963" v="149" actId="20577"/>
        <pc:sldMkLst>
          <pc:docMk/>
          <pc:sldMk cId="4040581260" sldId="3013"/>
        </pc:sldMkLst>
      </pc:sldChg>
      <pc:sldChg chg="modSp new mod">
        <pc:chgData name="佩倫 吳" userId="603067e5563c3615" providerId="LiveId" clId="{0D048FE0-7792-F04E-8624-7DE20550893C}" dt="2025-03-15T07:04:52.843" v="132" actId="404"/>
        <pc:sldMkLst>
          <pc:docMk/>
          <pc:sldMk cId="1410925661" sldId="3014"/>
        </pc:sldMkLst>
      </pc:sldChg>
      <pc:sldChg chg="modSp new mod">
        <pc:chgData name="佩倫 吳" userId="603067e5563c3615" providerId="LiveId" clId="{0D048FE0-7792-F04E-8624-7DE20550893C}" dt="2025-03-15T07:05:07.532" v="138" actId="179"/>
        <pc:sldMkLst>
          <pc:docMk/>
          <pc:sldMk cId="4284271883" sldId="3015"/>
        </pc:sldMkLst>
      </pc:sldChg>
      <pc:sldChg chg="modSp add mod">
        <pc:chgData name="佩倫 吳" userId="603067e5563c3615" providerId="LiveId" clId="{0D048FE0-7792-F04E-8624-7DE20550893C}" dt="2025-03-15T07:05:17.958" v="145"/>
        <pc:sldMkLst>
          <pc:docMk/>
          <pc:sldMk cId="1795585858" sldId="3016"/>
        </pc:sldMkLst>
      </pc:sldChg>
      <pc:sldChg chg="modSp add mod">
        <pc:chgData name="佩倫 吳" userId="603067e5563c3615" providerId="LiveId" clId="{0D048FE0-7792-F04E-8624-7DE20550893C}" dt="2025-03-15T07:05:44.493" v="153"/>
        <pc:sldMkLst>
          <pc:docMk/>
          <pc:sldMk cId="3768191174" sldId="3017"/>
        </pc:sldMkLst>
      </pc:sldChg>
      <pc:sldChg chg="modSp new mod">
        <pc:chgData name="佩倫 吳" userId="603067e5563c3615" providerId="LiveId" clId="{0D048FE0-7792-F04E-8624-7DE20550893C}" dt="2025-03-15T07:06:24.908" v="180" actId="179"/>
        <pc:sldMkLst>
          <pc:docMk/>
          <pc:sldMk cId="3928803863" sldId="3018"/>
        </pc:sldMkLst>
      </pc:sldChg>
      <pc:sldChg chg="modSp add mod">
        <pc:chgData name="佩倫 吳" userId="603067e5563c3615" providerId="LiveId" clId="{0D048FE0-7792-F04E-8624-7DE20550893C}" dt="2025-03-15T07:06:33.832" v="185" actId="179"/>
        <pc:sldMkLst>
          <pc:docMk/>
          <pc:sldMk cId="1917312251" sldId="3019"/>
        </pc:sldMkLst>
      </pc:sldChg>
      <pc:sldChg chg="add del">
        <pc:chgData name="佩倫 吳" userId="603067e5563c3615" providerId="LiveId" clId="{0D048FE0-7792-F04E-8624-7DE20550893C}" dt="2025-03-15T07:06:03.946" v="158" actId="2696"/>
        <pc:sldMkLst>
          <pc:docMk/>
          <pc:sldMk cId="2118712356" sldId="3019"/>
        </pc:sldMkLst>
      </pc:sldChg>
      <pc:sldChg chg="modSp new mod">
        <pc:chgData name="佩倫 吳" userId="603067e5563c3615" providerId="LiveId" clId="{0D048FE0-7792-F04E-8624-7DE20550893C}" dt="2025-03-15T07:09:32.711" v="291" actId="179"/>
        <pc:sldMkLst>
          <pc:docMk/>
          <pc:sldMk cId="2904207057" sldId="3020"/>
        </pc:sldMkLst>
      </pc:sldChg>
      <pc:sldChg chg="modSp new mod">
        <pc:chgData name="佩倫 吳" userId="603067e5563c3615" providerId="LiveId" clId="{0D048FE0-7792-F04E-8624-7DE20550893C}" dt="2025-03-15T07:09:47.728" v="299" actId="122"/>
        <pc:sldMkLst>
          <pc:docMk/>
          <pc:sldMk cId="3393636356" sldId="3021"/>
        </pc:sldMkLst>
      </pc:sldChg>
      <pc:sldChg chg="modSp new mod">
        <pc:chgData name="佩倫 吳" userId="603067e5563c3615" providerId="LiveId" clId="{0D048FE0-7792-F04E-8624-7DE20550893C}" dt="2025-03-15T07:14:05.440" v="415" actId="179"/>
        <pc:sldMkLst>
          <pc:docMk/>
          <pc:sldMk cId="4232100472" sldId="3022"/>
        </pc:sldMkLst>
      </pc:sldChg>
      <pc:sldChg chg="modSp add mod">
        <pc:chgData name="佩倫 吳" userId="603067e5563c3615" providerId="LiveId" clId="{0D048FE0-7792-F04E-8624-7DE20550893C}" dt="2025-03-15T07:10:49.887" v="369"/>
        <pc:sldMkLst>
          <pc:docMk/>
          <pc:sldMk cId="4144344825" sldId="3023"/>
        </pc:sldMkLst>
      </pc:sldChg>
      <pc:sldChg chg="modSp new mod">
        <pc:chgData name="佩倫 吳" userId="603067e5563c3615" providerId="LiveId" clId="{0D048FE0-7792-F04E-8624-7DE20550893C}" dt="2025-03-15T07:10:21.277" v="350" actId="20577"/>
        <pc:sldMkLst>
          <pc:docMk/>
          <pc:sldMk cId="2741514491" sldId="3024"/>
        </pc:sldMkLst>
      </pc:sldChg>
      <pc:sldChg chg="modSp add mod">
        <pc:chgData name="佩倫 吳" userId="603067e5563c3615" providerId="LiveId" clId="{0D048FE0-7792-F04E-8624-7DE20550893C}" dt="2025-03-15T07:10:41.433" v="366" actId="20577"/>
        <pc:sldMkLst>
          <pc:docMk/>
          <pc:sldMk cId="3640274280" sldId="3025"/>
        </pc:sldMkLst>
      </pc:sldChg>
      <pc:sldChg chg="modSp new mod ord">
        <pc:chgData name="佩倫 吳" userId="603067e5563c3615" providerId="LiveId" clId="{0D048FE0-7792-F04E-8624-7DE20550893C}" dt="2025-03-15T07:13:04.375" v="400" actId="179"/>
        <pc:sldMkLst>
          <pc:docMk/>
          <pc:sldMk cId="3504327976" sldId="3026"/>
        </pc:sldMkLst>
      </pc:sldChg>
      <pc:sldChg chg="modSp new mod">
        <pc:chgData name="佩倫 吳" userId="603067e5563c3615" providerId="LiveId" clId="{0D048FE0-7792-F04E-8624-7DE20550893C}" dt="2025-03-15T07:14:25.792" v="426" actId="179"/>
        <pc:sldMkLst>
          <pc:docMk/>
          <pc:sldMk cId="2205931234" sldId="3027"/>
        </pc:sldMkLst>
      </pc:sldChg>
      <pc:sldChg chg="modSp new mod">
        <pc:chgData name="佩倫 吳" userId="603067e5563c3615" providerId="LiveId" clId="{0D048FE0-7792-F04E-8624-7DE20550893C}" dt="2025-03-15T07:15:07.578" v="450" actId="1076"/>
        <pc:sldMkLst>
          <pc:docMk/>
          <pc:sldMk cId="777846379" sldId="3028"/>
        </pc:sldMkLst>
      </pc:sldChg>
      <pc:sldChg chg="modSp new mod">
        <pc:chgData name="佩倫 吳" userId="603067e5563c3615" providerId="LiveId" clId="{0D048FE0-7792-F04E-8624-7DE20550893C}" dt="2025-03-15T07:15:31.242" v="475" actId="179"/>
        <pc:sldMkLst>
          <pc:docMk/>
          <pc:sldMk cId="330859973" sldId="3029"/>
        </pc:sldMkLst>
      </pc:sldChg>
      <pc:sldChg chg="modSp new mod">
        <pc:chgData name="佩倫 吳" userId="603067e5563c3615" providerId="LiveId" clId="{0D048FE0-7792-F04E-8624-7DE20550893C}" dt="2025-03-15T07:17:04.275" v="535" actId="179"/>
        <pc:sldMkLst>
          <pc:docMk/>
          <pc:sldMk cId="741803660" sldId="3030"/>
        </pc:sldMkLst>
      </pc:sldChg>
      <pc:sldChg chg="modSp add mod">
        <pc:chgData name="佩倫 吳" userId="603067e5563c3615" providerId="LiveId" clId="{0D048FE0-7792-F04E-8624-7DE20550893C}" dt="2025-03-15T07:16:15.225" v="484" actId="20577"/>
        <pc:sldMkLst>
          <pc:docMk/>
          <pc:sldMk cId="4077605667" sldId="3031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2146106473" sldId="3032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3902101916" sldId="3033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4172244957" sldId="3034"/>
        </pc:sldMkLst>
      </pc:sldChg>
      <pc:sldChg chg="modSp new mod">
        <pc:chgData name="佩倫 吳" userId="603067e5563c3615" providerId="LiveId" clId="{0D048FE0-7792-F04E-8624-7DE20550893C}" dt="2025-03-15T07:17:15.220" v="539" actId="20577"/>
        <pc:sldMkLst>
          <pc:docMk/>
          <pc:sldMk cId="2311379014" sldId="3035"/>
        </pc:sldMkLst>
      </pc:sldChg>
      <pc:sldChg chg="modSp new mod">
        <pc:chgData name="佩倫 吳" userId="603067e5563c3615" providerId="LiveId" clId="{0D048FE0-7792-F04E-8624-7DE20550893C}" dt="2025-03-15T07:17:26.597" v="546" actId="20577"/>
        <pc:sldMkLst>
          <pc:docMk/>
          <pc:sldMk cId="2278150552" sldId="3036"/>
        </pc:sldMkLst>
      </pc:sldChg>
      <pc:sldChg chg="new del">
        <pc:chgData name="佩倫 吳" userId="603067e5563c3615" providerId="LiveId" clId="{0D048FE0-7792-F04E-8624-7DE20550893C}" dt="2025-03-15T07:17:35.686" v="549" actId="2696"/>
        <pc:sldMkLst>
          <pc:docMk/>
          <pc:sldMk cId="1570149330" sldId="3037"/>
        </pc:sldMkLst>
      </pc:sldChg>
      <pc:sldChg chg="modSp add mod">
        <pc:chgData name="佩倫 吳" userId="603067e5563c3615" providerId="LiveId" clId="{0D048FE0-7792-F04E-8624-7DE20550893C}" dt="2025-03-15T07:17:48.002" v="556" actId="20577"/>
        <pc:sldMkLst>
          <pc:docMk/>
          <pc:sldMk cId="1253350709" sldId="3038"/>
        </pc:sldMkLst>
      </pc:sldChg>
    </pc:docChg>
  </pc:docChgLst>
  <pc:docChgLst>
    <pc:chgData name="佩倫 吳" userId="603067e5563c3615" providerId="LiveId" clId="{36B7137B-36C1-F949-847F-ECFBFA74D41D}"/>
    <pc:docChg chg="undo redo custSel addSld delSld modSld sldOrd">
      <pc:chgData name="佩倫 吳" userId="603067e5563c3615" providerId="LiveId" clId="{36B7137B-36C1-F949-847F-ECFBFA74D41D}" dt="2024-05-18T03:03:03.443" v="3898" actId="179"/>
      <pc:docMkLst>
        <pc:docMk/>
      </pc:docMkLst>
      <pc:sldChg chg="modSp mod">
        <pc:chgData name="佩倫 吳" userId="603067e5563c3615" providerId="LiveId" clId="{36B7137B-36C1-F949-847F-ECFBFA74D41D}" dt="2024-05-18T02:45:47.181" v="2931"/>
        <pc:sldMkLst>
          <pc:docMk/>
          <pc:sldMk cId="1388116533" sldId="523"/>
        </pc:sldMkLst>
      </pc:sldChg>
      <pc:sldChg chg="del">
        <pc:chgData name="佩倫 吳" userId="603067e5563c3615" providerId="LiveId" clId="{36B7137B-36C1-F949-847F-ECFBFA74D41D}" dt="2024-03-22T14:34:47.120" v="1" actId="2696"/>
        <pc:sldMkLst>
          <pc:docMk/>
          <pc:sldMk cId="2135684557" sldId="2554"/>
        </pc:sldMkLst>
      </pc:sldChg>
      <pc:sldChg chg="del">
        <pc:chgData name="佩倫 吳" userId="603067e5563c3615" providerId="LiveId" clId="{36B7137B-36C1-F949-847F-ECFBFA74D41D}" dt="2024-03-22T14:34:47.126" v="4" actId="2696"/>
        <pc:sldMkLst>
          <pc:docMk/>
          <pc:sldMk cId="1993757114" sldId="2555"/>
        </pc:sldMkLst>
      </pc:sldChg>
      <pc:sldChg chg="del">
        <pc:chgData name="佩倫 吳" userId="603067e5563c3615" providerId="LiveId" clId="{36B7137B-36C1-F949-847F-ECFBFA74D41D}" dt="2024-03-22T14:34:47.129" v="5" actId="2696"/>
        <pc:sldMkLst>
          <pc:docMk/>
          <pc:sldMk cId="2197709909" sldId="2556"/>
        </pc:sldMkLst>
      </pc:sldChg>
      <pc:sldChg chg="del">
        <pc:chgData name="佩倫 吳" userId="603067e5563c3615" providerId="LiveId" clId="{36B7137B-36C1-F949-847F-ECFBFA74D41D}" dt="2024-03-22T14:34:47.122" v="3" actId="2696"/>
        <pc:sldMkLst>
          <pc:docMk/>
          <pc:sldMk cId="1152557607" sldId="2557"/>
        </pc:sldMkLst>
      </pc:sldChg>
      <pc:sldChg chg="del">
        <pc:chgData name="佩倫 吳" userId="603067e5563c3615" providerId="LiveId" clId="{36B7137B-36C1-F949-847F-ECFBFA74D41D}" dt="2024-03-22T14:34:47.121" v="2" actId="2696"/>
        <pc:sldMkLst>
          <pc:docMk/>
          <pc:sldMk cId="1928495415" sldId="2558"/>
        </pc:sldMkLst>
      </pc:sldChg>
      <pc:sldChg chg="del">
        <pc:chgData name="佩倫 吳" userId="603067e5563c3615" providerId="LiveId" clId="{36B7137B-36C1-F949-847F-ECFBFA74D41D}" dt="2024-03-22T14:34:48.570" v="6" actId="2696"/>
        <pc:sldMkLst>
          <pc:docMk/>
          <pc:sldMk cId="2142962560" sldId="2559"/>
        </pc:sldMkLst>
      </pc:sldChg>
      <pc:sldChg chg="del">
        <pc:chgData name="佩倫 吳" userId="603067e5563c3615" providerId="LiveId" clId="{36B7137B-36C1-F949-847F-ECFBFA74D41D}" dt="2024-03-22T14:34:48.763" v="7" actId="2696"/>
        <pc:sldMkLst>
          <pc:docMk/>
          <pc:sldMk cId="4193089678" sldId="2560"/>
        </pc:sldMkLst>
      </pc:sldChg>
      <pc:sldChg chg="del">
        <pc:chgData name="佩倫 吳" userId="603067e5563c3615" providerId="LiveId" clId="{36B7137B-36C1-F949-847F-ECFBFA74D41D}" dt="2024-03-22T14:34:54.440" v="8" actId="2696"/>
        <pc:sldMkLst>
          <pc:docMk/>
          <pc:sldMk cId="3066704355" sldId="2561"/>
        </pc:sldMkLst>
      </pc:sldChg>
      <pc:sldChg chg="del">
        <pc:chgData name="佩倫 吳" userId="603067e5563c3615" providerId="LiveId" clId="{36B7137B-36C1-F949-847F-ECFBFA74D41D}" dt="2024-03-22T14:34:54.502" v="45" actId="2696"/>
        <pc:sldMkLst>
          <pc:docMk/>
          <pc:sldMk cId="1823924898" sldId="2562"/>
        </pc:sldMkLst>
      </pc:sldChg>
      <pc:sldChg chg="del">
        <pc:chgData name="佩倫 吳" userId="603067e5563c3615" providerId="LiveId" clId="{36B7137B-36C1-F949-847F-ECFBFA74D41D}" dt="2024-03-22T14:34:54.443" v="9" actId="2696"/>
        <pc:sldMkLst>
          <pc:docMk/>
          <pc:sldMk cId="1500418050" sldId="2563"/>
        </pc:sldMkLst>
      </pc:sldChg>
      <pc:sldChg chg="del">
        <pc:chgData name="佩倫 吳" userId="603067e5563c3615" providerId="LiveId" clId="{36B7137B-36C1-F949-847F-ECFBFA74D41D}" dt="2024-03-22T14:34:54.459" v="21" actId="2696"/>
        <pc:sldMkLst>
          <pc:docMk/>
          <pc:sldMk cId="365790240" sldId="2564"/>
        </pc:sldMkLst>
      </pc:sldChg>
      <pc:sldChg chg="del">
        <pc:chgData name="佩倫 吳" userId="603067e5563c3615" providerId="LiveId" clId="{36B7137B-36C1-F949-847F-ECFBFA74D41D}" dt="2024-03-22T14:34:54.470" v="32" actId="2696"/>
        <pc:sldMkLst>
          <pc:docMk/>
          <pc:sldMk cId="3268535567" sldId="2565"/>
        </pc:sldMkLst>
      </pc:sldChg>
      <pc:sldChg chg="del">
        <pc:chgData name="佩倫 吳" userId="603067e5563c3615" providerId="LiveId" clId="{36B7137B-36C1-F949-847F-ECFBFA74D41D}" dt="2024-03-22T14:34:54.471" v="33" actId="2696"/>
        <pc:sldMkLst>
          <pc:docMk/>
          <pc:sldMk cId="2714708613" sldId="2567"/>
        </pc:sldMkLst>
      </pc:sldChg>
      <pc:sldChg chg="del">
        <pc:chgData name="佩倫 吳" userId="603067e5563c3615" providerId="LiveId" clId="{36B7137B-36C1-F949-847F-ECFBFA74D41D}" dt="2024-03-22T14:34:54.448" v="13" actId="2696"/>
        <pc:sldMkLst>
          <pc:docMk/>
          <pc:sldMk cId="1034461740" sldId="2568"/>
        </pc:sldMkLst>
      </pc:sldChg>
      <pc:sldChg chg="del">
        <pc:chgData name="佩倫 吳" userId="603067e5563c3615" providerId="LiveId" clId="{36B7137B-36C1-F949-847F-ECFBFA74D41D}" dt="2024-03-22T14:34:54.476" v="39" actId="2696"/>
        <pc:sldMkLst>
          <pc:docMk/>
          <pc:sldMk cId="2360681261" sldId="2569"/>
        </pc:sldMkLst>
      </pc:sldChg>
      <pc:sldChg chg="del">
        <pc:chgData name="佩倫 吳" userId="603067e5563c3615" providerId="LiveId" clId="{36B7137B-36C1-F949-847F-ECFBFA74D41D}" dt="2024-03-22T14:34:54.444" v="10" actId="2696"/>
        <pc:sldMkLst>
          <pc:docMk/>
          <pc:sldMk cId="4083123329" sldId="2570"/>
        </pc:sldMkLst>
      </pc:sldChg>
      <pc:sldChg chg="del">
        <pc:chgData name="佩倫 吳" userId="603067e5563c3615" providerId="LiveId" clId="{36B7137B-36C1-F949-847F-ECFBFA74D41D}" dt="2024-03-22T14:34:54.451" v="15" actId="2696"/>
        <pc:sldMkLst>
          <pc:docMk/>
          <pc:sldMk cId="614231416" sldId="2571"/>
        </pc:sldMkLst>
      </pc:sldChg>
      <pc:sldChg chg="del">
        <pc:chgData name="佩倫 吳" userId="603067e5563c3615" providerId="LiveId" clId="{36B7137B-36C1-F949-847F-ECFBFA74D41D}" dt="2024-03-22T14:34:54.464" v="26" actId="2696"/>
        <pc:sldMkLst>
          <pc:docMk/>
          <pc:sldMk cId="3241100712" sldId="2572"/>
        </pc:sldMkLst>
      </pc:sldChg>
      <pc:sldChg chg="del">
        <pc:chgData name="佩倫 吳" userId="603067e5563c3615" providerId="LiveId" clId="{36B7137B-36C1-F949-847F-ECFBFA74D41D}" dt="2024-03-22T14:34:54.468" v="30" actId="2696"/>
        <pc:sldMkLst>
          <pc:docMk/>
          <pc:sldMk cId="2449754348" sldId="2573"/>
        </pc:sldMkLst>
      </pc:sldChg>
      <pc:sldChg chg="del">
        <pc:chgData name="佩倫 吳" userId="603067e5563c3615" providerId="LiveId" clId="{36B7137B-36C1-F949-847F-ECFBFA74D41D}" dt="2024-03-22T14:34:54.449" v="14" actId="2696"/>
        <pc:sldMkLst>
          <pc:docMk/>
          <pc:sldMk cId="3855815995" sldId="2574"/>
        </pc:sldMkLst>
      </pc:sldChg>
      <pc:sldChg chg="del">
        <pc:chgData name="佩倫 吳" userId="603067e5563c3615" providerId="LiveId" clId="{36B7137B-36C1-F949-847F-ECFBFA74D41D}" dt="2024-03-22T14:34:54.456" v="19" actId="2696"/>
        <pc:sldMkLst>
          <pc:docMk/>
          <pc:sldMk cId="2257395317" sldId="2575"/>
        </pc:sldMkLst>
      </pc:sldChg>
      <pc:sldChg chg="del">
        <pc:chgData name="佩倫 吳" userId="603067e5563c3615" providerId="LiveId" clId="{36B7137B-36C1-F949-847F-ECFBFA74D41D}" dt="2024-03-22T14:34:54.478" v="42" actId="2696"/>
        <pc:sldMkLst>
          <pc:docMk/>
          <pc:sldMk cId="184316284" sldId="2576"/>
        </pc:sldMkLst>
      </pc:sldChg>
      <pc:sldChg chg="del">
        <pc:chgData name="佩倫 吳" userId="603067e5563c3615" providerId="LiveId" clId="{36B7137B-36C1-F949-847F-ECFBFA74D41D}" dt="2024-03-22T14:34:54.455" v="18" actId="2696"/>
        <pc:sldMkLst>
          <pc:docMk/>
          <pc:sldMk cId="822119147" sldId="2578"/>
        </pc:sldMkLst>
      </pc:sldChg>
      <pc:sldChg chg="del">
        <pc:chgData name="佩倫 吳" userId="603067e5563c3615" providerId="LiveId" clId="{36B7137B-36C1-F949-847F-ECFBFA74D41D}" dt="2024-03-22T14:34:54.463" v="25" actId="2696"/>
        <pc:sldMkLst>
          <pc:docMk/>
          <pc:sldMk cId="1192831529" sldId="2579"/>
        </pc:sldMkLst>
      </pc:sldChg>
      <pc:sldChg chg="del">
        <pc:chgData name="佩倫 吳" userId="603067e5563c3615" providerId="LiveId" clId="{36B7137B-36C1-F949-847F-ECFBFA74D41D}" dt="2024-03-22T14:34:54.469" v="31" actId="2696"/>
        <pc:sldMkLst>
          <pc:docMk/>
          <pc:sldMk cId="3851763835" sldId="2580"/>
        </pc:sldMkLst>
      </pc:sldChg>
      <pc:sldChg chg="del">
        <pc:chgData name="佩倫 吳" userId="603067e5563c3615" providerId="LiveId" clId="{36B7137B-36C1-F949-847F-ECFBFA74D41D}" dt="2024-03-22T14:34:54.508" v="48" actId="2696"/>
        <pc:sldMkLst>
          <pc:docMk/>
          <pc:sldMk cId="2072781116" sldId="2581"/>
        </pc:sldMkLst>
      </pc:sldChg>
      <pc:sldChg chg="del">
        <pc:chgData name="佩倫 吳" userId="603067e5563c3615" providerId="LiveId" clId="{36B7137B-36C1-F949-847F-ECFBFA74D41D}" dt="2024-03-22T14:34:54.447" v="12" actId="2696"/>
        <pc:sldMkLst>
          <pc:docMk/>
          <pc:sldMk cId="2960496426" sldId="2582"/>
        </pc:sldMkLst>
      </pc:sldChg>
      <pc:sldChg chg="del">
        <pc:chgData name="佩倫 吳" userId="603067e5563c3615" providerId="LiveId" clId="{36B7137B-36C1-F949-847F-ECFBFA74D41D}" dt="2024-03-22T14:34:54.475" v="38" actId="2696"/>
        <pc:sldMkLst>
          <pc:docMk/>
          <pc:sldMk cId="107605507" sldId="2583"/>
        </pc:sldMkLst>
      </pc:sldChg>
      <pc:sldChg chg="del">
        <pc:chgData name="佩倫 吳" userId="603067e5563c3615" providerId="LiveId" clId="{36B7137B-36C1-F949-847F-ECFBFA74D41D}" dt="2024-03-22T14:34:54.480" v="44" actId="2696"/>
        <pc:sldMkLst>
          <pc:docMk/>
          <pc:sldMk cId="3346596047" sldId="2584"/>
        </pc:sldMkLst>
      </pc:sldChg>
      <pc:sldChg chg="del">
        <pc:chgData name="佩倫 吳" userId="603067e5563c3615" providerId="LiveId" clId="{36B7137B-36C1-F949-847F-ECFBFA74D41D}" dt="2024-03-22T14:34:54.512" v="49" actId="2696"/>
        <pc:sldMkLst>
          <pc:docMk/>
          <pc:sldMk cId="1414687522" sldId="2585"/>
        </pc:sldMkLst>
      </pc:sldChg>
      <pc:sldChg chg="del">
        <pc:chgData name="佩倫 吳" userId="603067e5563c3615" providerId="LiveId" clId="{36B7137B-36C1-F949-847F-ECFBFA74D41D}" dt="2024-03-22T14:34:54.504" v="47" actId="2696"/>
        <pc:sldMkLst>
          <pc:docMk/>
          <pc:sldMk cId="2155994779" sldId="2586"/>
        </pc:sldMkLst>
      </pc:sldChg>
      <pc:sldChg chg="del">
        <pc:chgData name="佩倫 吳" userId="603067e5563c3615" providerId="LiveId" clId="{36B7137B-36C1-F949-847F-ECFBFA74D41D}" dt="2024-03-22T14:34:54.457" v="20" actId="2696"/>
        <pc:sldMkLst>
          <pc:docMk/>
          <pc:sldMk cId="431819345" sldId="2587"/>
        </pc:sldMkLst>
      </pc:sldChg>
      <pc:sldChg chg="del">
        <pc:chgData name="佩倫 吳" userId="603067e5563c3615" providerId="LiveId" clId="{36B7137B-36C1-F949-847F-ECFBFA74D41D}" dt="2024-03-22T14:34:54.460" v="22" actId="2696"/>
        <pc:sldMkLst>
          <pc:docMk/>
          <pc:sldMk cId="2363467721" sldId="2588"/>
        </pc:sldMkLst>
      </pc:sldChg>
      <pc:sldChg chg="del">
        <pc:chgData name="佩倫 吳" userId="603067e5563c3615" providerId="LiveId" clId="{36B7137B-36C1-F949-847F-ECFBFA74D41D}" dt="2024-03-22T14:34:54.452" v="16" actId="2696"/>
        <pc:sldMkLst>
          <pc:docMk/>
          <pc:sldMk cId="3424567898" sldId="2589"/>
        </pc:sldMkLst>
      </pc:sldChg>
      <pc:sldChg chg="del">
        <pc:chgData name="佩倫 吳" userId="603067e5563c3615" providerId="LiveId" clId="{36B7137B-36C1-F949-847F-ECFBFA74D41D}" dt="2024-03-22T14:34:54.472" v="34" actId="2696"/>
        <pc:sldMkLst>
          <pc:docMk/>
          <pc:sldMk cId="4258647240" sldId="2590"/>
        </pc:sldMkLst>
      </pc:sldChg>
      <pc:sldChg chg="del">
        <pc:chgData name="佩倫 吳" userId="603067e5563c3615" providerId="LiveId" clId="{36B7137B-36C1-F949-847F-ECFBFA74D41D}" dt="2024-03-22T14:34:54.517" v="51" actId="2696"/>
        <pc:sldMkLst>
          <pc:docMk/>
          <pc:sldMk cId="3256415330" sldId="2591"/>
        </pc:sldMkLst>
      </pc:sldChg>
      <pc:sldChg chg="del">
        <pc:chgData name="佩倫 吳" userId="603067e5563c3615" providerId="LiveId" clId="{36B7137B-36C1-F949-847F-ECFBFA74D41D}" dt="2024-03-22T14:34:54.477" v="40" actId="2696"/>
        <pc:sldMkLst>
          <pc:docMk/>
          <pc:sldMk cId="2056176188" sldId="2592"/>
        </pc:sldMkLst>
      </pc:sldChg>
      <pc:sldChg chg="del">
        <pc:chgData name="佩倫 吳" userId="603067e5563c3615" providerId="LiveId" clId="{36B7137B-36C1-F949-847F-ECFBFA74D41D}" dt="2024-03-22T14:34:54.503" v="46" actId="2696"/>
        <pc:sldMkLst>
          <pc:docMk/>
          <pc:sldMk cId="4288975049" sldId="2593"/>
        </pc:sldMkLst>
      </pc:sldChg>
      <pc:sldChg chg="del">
        <pc:chgData name="佩倫 吳" userId="603067e5563c3615" providerId="LiveId" clId="{36B7137B-36C1-F949-847F-ECFBFA74D41D}" dt="2024-03-22T14:34:54.472" v="35" actId="2696"/>
        <pc:sldMkLst>
          <pc:docMk/>
          <pc:sldMk cId="3591294492" sldId="2594"/>
        </pc:sldMkLst>
      </pc:sldChg>
      <pc:sldChg chg="del">
        <pc:chgData name="佩倫 吳" userId="603067e5563c3615" providerId="LiveId" clId="{36B7137B-36C1-F949-847F-ECFBFA74D41D}" dt="2024-03-22T14:34:54.461" v="23" actId="2696"/>
        <pc:sldMkLst>
          <pc:docMk/>
          <pc:sldMk cId="3897443675" sldId="2595"/>
        </pc:sldMkLst>
      </pc:sldChg>
      <pc:sldChg chg="del">
        <pc:chgData name="佩倫 吳" userId="603067e5563c3615" providerId="LiveId" clId="{36B7137B-36C1-F949-847F-ECFBFA74D41D}" dt="2024-03-22T14:34:54.467" v="29" actId="2696"/>
        <pc:sldMkLst>
          <pc:docMk/>
          <pc:sldMk cId="261530093" sldId="2596"/>
        </pc:sldMkLst>
      </pc:sldChg>
      <pc:sldChg chg="del">
        <pc:chgData name="佩倫 吳" userId="603067e5563c3615" providerId="LiveId" clId="{36B7137B-36C1-F949-847F-ECFBFA74D41D}" dt="2024-03-22T14:34:54.445" v="11" actId="2696"/>
        <pc:sldMkLst>
          <pc:docMk/>
          <pc:sldMk cId="1911987522" sldId="2597"/>
        </pc:sldMkLst>
      </pc:sldChg>
      <pc:sldChg chg="del">
        <pc:chgData name="佩倫 吳" userId="603067e5563c3615" providerId="LiveId" clId="{36B7137B-36C1-F949-847F-ECFBFA74D41D}" dt="2024-03-22T14:34:54.465" v="27" actId="2696"/>
        <pc:sldMkLst>
          <pc:docMk/>
          <pc:sldMk cId="373485556" sldId="2598"/>
        </pc:sldMkLst>
      </pc:sldChg>
      <pc:sldChg chg="del">
        <pc:chgData name="佩倫 吳" userId="603067e5563c3615" providerId="LiveId" clId="{36B7137B-36C1-F949-847F-ECFBFA74D41D}" dt="2024-03-22T14:34:54.513" v="50" actId="2696"/>
        <pc:sldMkLst>
          <pc:docMk/>
          <pc:sldMk cId="786087108" sldId="2599"/>
        </pc:sldMkLst>
      </pc:sldChg>
      <pc:sldChg chg="del">
        <pc:chgData name="佩倫 吳" userId="603067e5563c3615" providerId="LiveId" clId="{36B7137B-36C1-F949-847F-ECFBFA74D41D}" dt="2024-03-22T14:34:54.462" v="24" actId="2696"/>
        <pc:sldMkLst>
          <pc:docMk/>
          <pc:sldMk cId="101909061" sldId="2600"/>
        </pc:sldMkLst>
      </pc:sldChg>
      <pc:sldChg chg="del">
        <pc:chgData name="佩倫 吳" userId="603067e5563c3615" providerId="LiveId" clId="{36B7137B-36C1-F949-847F-ECFBFA74D41D}" dt="2024-03-22T14:34:54.477" v="41" actId="2696"/>
        <pc:sldMkLst>
          <pc:docMk/>
          <pc:sldMk cId="2320523746" sldId="2601"/>
        </pc:sldMkLst>
      </pc:sldChg>
      <pc:sldChg chg="del">
        <pc:chgData name="佩倫 吳" userId="603067e5563c3615" providerId="LiveId" clId="{36B7137B-36C1-F949-847F-ECFBFA74D41D}" dt="2024-03-22T14:34:54.473" v="36" actId="2696"/>
        <pc:sldMkLst>
          <pc:docMk/>
          <pc:sldMk cId="270722606" sldId="2602"/>
        </pc:sldMkLst>
      </pc:sldChg>
      <pc:sldChg chg="del">
        <pc:chgData name="佩倫 吳" userId="603067e5563c3615" providerId="LiveId" clId="{36B7137B-36C1-F949-847F-ECFBFA74D41D}" dt="2024-03-22T14:34:54.466" v="28" actId="2696"/>
        <pc:sldMkLst>
          <pc:docMk/>
          <pc:sldMk cId="2998014702" sldId="2603"/>
        </pc:sldMkLst>
      </pc:sldChg>
      <pc:sldChg chg="del">
        <pc:chgData name="佩倫 吳" userId="603067e5563c3615" providerId="LiveId" clId="{36B7137B-36C1-F949-847F-ECFBFA74D41D}" dt="2024-03-22T14:34:54.474" v="37" actId="2696"/>
        <pc:sldMkLst>
          <pc:docMk/>
          <pc:sldMk cId="513090765" sldId="2604"/>
        </pc:sldMkLst>
      </pc:sldChg>
      <pc:sldChg chg="del">
        <pc:chgData name="佩倫 吳" userId="603067e5563c3615" providerId="LiveId" clId="{36B7137B-36C1-F949-847F-ECFBFA74D41D}" dt="2024-03-22T14:34:54.520" v="52" actId="2696"/>
        <pc:sldMkLst>
          <pc:docMk/>
          <pc:sldMk cId="2221538728" sldId="2605"/>
        </pc:sldMkLst>
      </pc:sldChg>
      <pc:sldChg chg="del">
        <pc:chgData name="佩倫 吳" userId="603067e5563c3615" providerId="LiveId" clId="{36B7137B-36C1-F949-847F-ECFBFA74D41D}" dt="2024-03-22T14:34:54.479" v="43" actId="2696"/>
        <pc:sldMkLst>
          <pc:docMk/>
          <pc:sldMk cId="3929382682" sldId="2606"/>
        </pc:sldMkLst>
      </pc:sldChg>
      <pc:sldChg chg="del">
        <pc:chgData name="佩倫 吳" userId="603067e5563c3615" providerId="LiveId" clId="{36B7137B-36C1-F949-847F-ECFBFA74D41D}" dt="2024-03-22T14:34:54.454" v="17" actId="2696"/>
        <pc:sldMkLst>
          <pc:docMk/>
          <pc:sldMk cId="3937733979" sldId="2607"/>
        </pc:sldMkLst>
      </pc:sldChg>
      <pc:sldChg chg="modSp new del mod">
        <pc:chgData name="佩倫 吳" userId="603067e5563c3615" providerId="LiveId" clId="{36B7137B-36C1-F949-847F-ECFBFA74D41D}" dt="2024-04-19T14:52:57.643" v="824" actId="2696"/>
        <pc:sldMkLst>
          <pc:docMk/>
          <pc:sldMk cId="730443820" sldId="2608"/>
        </pc:sldMkLst>
      </pc:sldChg>
      <pc:sldChg chg="modSp new del mod">
        <pc:chgData name="佩倫 吳" userId="603067e5563c3615" providerId="LiveId" clId="{36B7137B-36C1-F949-847F-ECFBFA74D41D}" dt="2024-04-19T14:53:10.788" v="863" actId="2696"/>
        <pc:sldMkLst>
          <pc:docMk/>
          <pc:sldMk cId="3281672560" sldId="2609"/>
        </pc:sldMkLst>
      </pc:sldChg>
      <pc:sldChg chg="addSp delSp modSp new del mod modAnim">
        <pc:chgData name="佩倫 吳" userId="603067e5563c3615" providerId="LiveId" clId="{36B7137B-36C1-F949-847F-ECFBFA74D41D}" dt="2024-04-19T14:53:08.470" v="851" actId="2696"/>
        <pc:sldMkLst>
          <pc:docMk/>
          <pc:sldMk cId="924577530" sldId="2610"/>
        </pc:sldMkLst>
      </pc:sldChg>
      <pc:sldChg chg="modSp add del mod">
        <pc:chgData name="佩倫 吳" userId="603067e5563c3615" providerId="LiveId" clId="{36B7137B-36C1-F949-847F-ECFBFA74D41D}" dt="2024-04-19T14:52:57.646" v="825" actId="2696"/>
        <pc:sldMkLst>
          <pc:docMk/>
          <pc:sldMk cId="1301722670" sldId="2611"/>
        </pc:sldMkLst>
      </pc:sldChg>
      <pc:sldChg chg="modSp add del mod">
        <pc:chgData name="佩倫 吳" userId="603067e5563c3615" providerId="LiveId" clId="{36B7137B-36C1-F949-847F-ECFBFA74D41D}" dt="2024-04-19T14:53:08.457" v="831" actId="2696"/>
        <pc:sldMkLst>
          <pc:docMk/>
          <pc:sldMk cId="671761546" sldId="2612"/>
        </pc:sldMkLst>
      </pc:sldChg>
      <pc:sldChg chg="modSp add del mod">
        <pc:chgData name="佩倫 吳" userId="603067e5563c3615" providerId="LiveId" clId="{36B7137B-36C1-F949-847F-ECFBFA74D41D}" dt="2024-04-19T14:53:08.470" v="852" actId="2696"/>
        <pc:sldMkLst>
          <pc:docMk/>
          <pc:sldMk cId="1790060050" sldId="2613"/>
        </pc:sldMkLst>
      </pc:sldChg>
      <pc:sldChg chg="modSp add del mod">
        <pc:chgData name="佩倫 吳" userId="603067e5563c3615" providerId="LiveId" clId="{36B7137B-36C1-F949-847F-ECFBFA74D41D}" dt="2024-04-19T14:53:08.473" v="858" actId="2696"/>
        <pc:sldMkLst>
          <pc:docMk/>
          <pc:sldMk cId="2884782956" sldId="2614"/>
        </pc:sldMkLst>
      </pc:sldChg>
      <pc:sldChg chg="modSp new del mod">
        <pc:chgData name="佩倫 吳" userId="603067e5563c3615" providerId="LiveId" clId="{36B7137B-36C1-F949-847F-ECFBFA74D41D}" dt="2024-04-19T14:53:08.455" v="827" actId="2696"/>
        <pc:sldMkLst>
          <pc:docMk/>
          <pc:sldMk cId="1094013938" sldId="2615"/>
        </pc:sldMkLst>
      </pc:sldChg>
      <pc:sldChg chg="modSp new del mod">
        <pc:chgData name="佩倫 吳" userId="603067e5563c3615" providerId="LiveId" clId="{36B7137B-36C1-F949-847F-ECFBFA74D41D}" dt="2024-04-19T14:53:08.468" v="847" actId="2696"/>
        <pc:sldMkLst>
          <pc:docMk/>
          <pc:sldMk cId="2544575037" sldId="2616"/>
        </pc:sldMkLst>
      </pc:sldChg>
      <pc:sldChg chg="modSp new del mod">
        <pc:chgData name="佩倫 吳" userId="603067e5563c3615" providerId="LiveId" clId="{36B7137B-36C1-F949-847F-ECFBFA74D41D}" dt="2024-04-19T14:53:08.462" v="841" actId="2696"/>
        <pc:sldMkLst>
          <pc:docMk/>
          <pc:sldMk cId="2412817885" sldId="2617"/>
        </pc:sldMkLst>
      </pc:sldChg>
      <pc:sldChg chg="modSp add del mod">
        <pc:chgData name="佩倫 吳" userId="603067e5563c3615" providerId="LiveId" clId="{36B7137B-36C1-F949-847F-ECFBFA74D41D}" dt="2024-04-19T14:53:08.476" v="860" actId="2696"/>
        <pc:sldMkLst>
          <pc:docMk/>
          <pc:sldMk cId="4081849280" sldId="2618"/>
        </pc:sldMkLst>
      </pc:sldChg>
      <pc:sldChg chg="modSp new del mod">
        <pc:chgData name="佩倫 吳" userId="603067e5563c3615" providerId="LiveId" clId="{36B7137B-36C1-F949-847F-ECFBFA74D41D}" dt="2024-04-19T14:53:08.460" v="836" actId="2696"/>
        <pc:sldMkLst>
          <pc:docMk/>
          <pc:sldMk cId="3232452010" sldId="2619"/>
        </pc:sldMkLst>
      </pc:sldChg>
      <pc:sldChg chg="modSp new del mod">
        <pc:chgData name="佩倫 吳" userId="603067e5563c3615" providerId="LiveId" clId="{36B7137B-36C1-F949-847F-ECFBFA74D41D}" dt="2024-04-19T14:53:08.463" v="844" actId="2696"/>
        <pc:sldMkLst>
          <pc:docMk/>
          <pc:sldMk cId="2264286362" sldId="2620"/>
        </pc:sldMkLst>
      </pc:sldChg>
      <pc:sldChg chg="modSp new del mod">
        <pc:chgData name="佩倫 吳" userId="603067e5563c3615" providerId="LiveId" clId="{36B7137B-36C1-F949-847F-ECFBFA74D41D}" dt="2024-04-19T14:53:08.456" v="829" actId="2696"/>
        <pc:sldMkLst>
          <pc:docMk/>
          <pc:sldMk cId="3524566568" sldId="2621"/>
        </pc:sldMkLst>
      </pc:sldChg>
      <pc:sldChg chg="modSp add del mod">
        <pc:chgData name="佩倫 吳" userId="603067e5563c3615" providerId="LiveId" clId="{36B7137B-36C1-F949-847F-ECFBFA74D41D}" dt="2024-04-19T14:53:08.457" v="830" actId="2696"/>
        <pc:sldMkLst>
          <pc:docMk/>
          <pc:sldMk cId="470725826" sldId="2622"/>
        </pc:sldMkLst>
      </pc:sldChg>
      <pc:sldChg chg="modSp add del mod">
        <pc:chgData name="佩倫 吳" userId="603067e5563c3615" providerId="LiveId" clId="{36B7137B-36C1-F949-847F-ECFBFA74D41D}" dt="2024-04-19T14:53:08.458" v="833" actId="2696"/>
        <pc:sldMkLst>
          <pc:docMk/>
          <pc:sldMk cId="1611245309" sldId="2623"/>
        </pc:sldMkLst>
      </pc:sldChg>
      <pc:sldChg chg="new del">
        <pc:chgData name="佩倫 吳" userId="603067e5563c3615" providerId="LiveId" clId="{36B7137B-36C1-F949-847F-ECFBFA74D41D}" dt="2024-03-22T14:45:46.901" v="423" actId="2696"/>
        <pc:sldMkLst>
          <pc:docMk/>
          <pc:sldMk cId="1167083140" sldId="2624"/>
        </pc:sldMkLst>
      </pc:sldChg>
      <pc:sldChg chg="modSp new del mod">
        <pc:chgData name="佩倫 吳" userId="603067e5563c3615" providerId="LiveId" clId="{36B7137B-36C1-F949-847F-ECFBFA74D41D}" dt="2024-04-19T14:53:08.459" v="835" actId="2696"/>
        <pc:sldMkLst>
          <pc:docMk/>
          <pc:sldMk cId="2568185304" sldId="2624"/>
        </pc:sldMkLst>
      </pc:sldChg>
      <pc:sldChg chg="modSp new del mod">
        <pc:chgData name="佩倫 吳" userId="603067e5563c3615" providerId="LiveId" clId="{36B7137B-36C1-F949-847F-ECFBFA74D41D}" dt="2024-04-19T14:53:08.471" v="853" actId="2696"/>
        <pc:sldMkLst>
          <pc:docMk/>
          <pc:sldMk cId="1851141909" sldId="2625"/>
        </pc:sldMkLst>
      </pc:sldChg>
      <pc:sldChg chg="modSp new del mod">
        <pc:chgData name="佩倫 吳" userId="603067e5563c3615" providerId="LiveId" clId="{36B7137B-36C1-F949-847F-ECFBFA74D41D}" dt="2024-04-19T14:53:08.471" v="854" actId="2696"/>
        <pc:sldMkLst>
          <pc:docMk/>
          <pc:sldMk cId="773664749" sldId="2626"/>
        </pc:sldMkLst>
      </pc:sldChg>
      <pc:sldChg chg="add del">
        <pc:chgData name="佩倫 吳" userId="603067e5563c3615" providerId="LiveId" clId="{36B7137B-36C1-F949-847F-ECFBFA74D41D}" dt="2024-04-19T14:53:08.456" v="828" actId="2696"/>
        <pc:sldMkLst>
          <pc:docMk/>
          <pc:sldMk cId="2368347835" sldId="2627"/>
        </pc:sldMkLst>
      </pc:sldChg>
      <pc:sldChg chg="add del">
        <pc:chgData name="佩倫 吳" userId="603067e5563c3615" providerId="LiveId" clId="{36B7137B-36C1-F949-847F-ECFBFA74D41D}" dt="2024-04-19T14:53:08.462" v="840" actId="2696"/>
        <pc:sldMkLst>
          <pc:docMk/>
          <pc:sldMk cId="141850344" sldId="2628"/>
        </pc:sldMkLst>
      </pc:sldChg>
      <pc:sldChg chg="add del">
        <pc:chgData name="佩倫 吳" userId="603067e5563c3615" providerId="LiveId" clId="{36B7137B-36C1-F949-847F-ECFBFA74D41D}" dt="2024-04-19T14:53:08.470" v="850" actId="2696"/>
        <pc:sldMkLst>
          <pc:docMk/>
          <pc:sldMk cId="729604438" sldId="2629"/>
        </pc:sldMkLst>
      </pc:sldChg>
      <pc:sldChg chg="modSp new del mod">
        <pc:chgData name="佩倫 吳" userId="603067e5563c3615" providerId="LiveId" clId="{36B7137B-36C1-F949-847F-ECFBFA74D41D}" dt="2024-04-19T14:53:08.469" v="848" actId="2696"/>
        <pc:sldMkLst>
          <pc:docMk/>
          <pc:sldMk cId="3403284186" sldId="2630"/>
        </pc:sldMkLst>
      </pc:sldChg>
      <pc:sldChg chg="new del">
        <pc:chgData name="佩倫 吳" userId="603067e5563c3615" providerId="LiveId" clId="{36B7137B-36C1-F949-847F-ECFBFA74D41D}" dt="2024-03-22T14:48:03.683" v="617" actId="2696"/>
        <pc:sldMkLst>
          <pc:docMk/>
          <pc:sldMk cId="3895185509" sldId="2631"/>
        </pc:sldMkLst>
      </pc:sldChg>
      <pc:sldChg chg="modSp add del mod">
        <pc:chgData name="佩倫 吳" userId="603067e5563c3615" providerId="LiveId" clId="{36B7137B-36C1-F949-847F-ECFBFA74D41D}" dt="2024-04-19T14:53:08.464" v="845" actId="2696"/>
        <pc:sldMkLst>
          <pc:docMk/>
          <pc:sldMk cId="3115723125" sldId="2632"/>
        </pc:sldMkLst>
      </pc:sldChg>
      <pc:sldChg chg="add del">
        <pc:chgData name="佩倫 吳" userId="603067e5563c3615" providerId="LiveId" clId="{36B7137B-36C1-F949-847F-ECFBFA74D41D}" dt="2024-04-19T14:53:08.464" v="846" actId="2696"/>
        <pc:sldMkLst>
          <pc:docMk/>
          <pc:sldMk cId="1256894922" sldId="2633"/>
        </pc:sldMkLst>
      </pc:sldChg>
      <pc:sldChg chg="modSp new del mod">
        <pc:chgData name="佩倫 吳" userId="603067e5563c3615" providerId="LiveId" clId="{36B7137B-36C1-F949-847F-ECFBFA74D41D}" dt="2024-04-19T14:52:57.649" v="826" actId="2696"/>
        <pc:sldMkLst>
          <pc:docMk/>
          <pc:sldMk cId="1580091433" sldId="2634"/>
        </pc:sldMkLst>
      </pc:sldChg>
      <pc:sldChg chg="new del">
        <pc:chgData name="佩倫 吳" userId="603067e5563c3615" providerId="LiveId" clId="{36B7137B-36C1-F949-847F-ECFBFA74D41D}" dt="2024-03-22T14:47:50.142" v="614" actId="2696"/>
        <pc:sldMkLst>
          <pc:docMk/>
          <pc:sldMk cId="3487210751" sldId="2635"/>
        </pc:sldMkLst>
      </pc:sldChg>
      <pc:sldChg chg="add del">
        <pc:chgData name="佩倫 吳" userId="603067e5563c3615" providerId="LiveId" clId="{36B7137B-36C1-F949-847F-ECFBFA74D41D}" dt="2024-04-19T14:53:08.469" v="849" actId="2696"/>
        <pc:sldMkLst>
          <pc:docMk/>
          <pc:sldMk cId="4263418666" sldId="2636"/>
        </pc:sldMkLst>
      </pc:sldChg>
      <pc:sldChg chg="new del">
        <pc:chgData name="佩倫 吳" userId="603067e5563c3615" providerId="LiveId" clId="{36B7137B-36C1-F949-847F-ECFBFA74D41D}" dt="2024-03-22T14:48:07.129" v="619" actId="2696"/>
        <pc:sldMkLst>
          <pc:docMk/>
          <pc:sldMk cId="4212078760" sldId="2637"/>
        </pc:sldMkLst>
      </pc:sldChg>
      <pc:sldChg chg="modSp add del mod">
        <pc:chgData name="佩倫 吳" userId="603067e5563c3615" providerId="LiveId" clId="{36B7137B-36C1-F949-847F-ECFBFA74D41D}" dt="2024-04-19T14:53:08.473" v="859" actId="2696"/>
        <pc:sldMkLst>
          <pc:docMk/>
          <pc:sldMk cId="4102348092" sldId="2638"/>
        </pc:sldMkLst>
      </pc:sldChg>
      <pc:sldChg chg="modSp new del mod">
        <pc:chgData name="佩倫 吳" userId="603067e5563c3615" providerId="LiveId" clId="{36B7137B-36C1-F949-847F-ECFBFA74D41D}" dt="2024-04-19T14:53:08.472" v="856" actId="2696"/>
        <pc:sldMkLst>
          <pc:docMk/>
          <pc:sldMk cId="3723228329" sldId="2639"/>
        </pc:sldMkLst>
      </pc:sldChg>
      <pc:sldChg chg="modSp add del mod">
        <pc:chgData name="佩倫 吳" userId="603067e5563c3615" providerId="LiveId" clId="{36B7137B-36C1-F949-847F-ECFBFA74D41D}" dt="2024-04-19T14:53:08.461" v="839" actId="2696"/>
        <pc:sldMkLst>
          <pc:docMk/>
          <pc:sldMk cId="1898061134" sldId="2640"/>
        </pc:sldMkLst>
      </pc:sldChg>
      <pc:sldChg chg="modSp add del mod">
        <pc:chgData name="佩倫 吳" userId="603067e5563c3615" providerId="LiveId" clId="{36B7137B-36C1-F949-847F-ECFBFA74D41D}" dt="2024-04-19T14:53:08.461" v="838" actId="2696"/>
        <pc:sldMkLst>
          <pc:docMk/>
          <pc:sldMk cId="910988355" sldId="2641"/>
        </pc:sldMkLst>
      </pc:sldChg>
      <pc:sldChg chg="modSp new del mod">
        <pc:chgData name="佩倫 吳" userId="603067e5563c3615" providerId="LiveId" clId="{36B7137B-36C1-F949-847F-ECFBFA74D41D}" dt="2024-04-19T14:53:08.459" v="834" actId="2696"/>
        <pc:sldMkLst>
          <pc:docMk/>
          <pc:sldMk cId="986424439" sldId="2642"/>
        </pc:sldMkLst>
      </pc:sldChg>
      <pc:sldChg chg="modSp add del mod">
        <pc:chgData name="佩倫 吳" userId="603067e5563c3615" providerId="LiveId" clId="{36B7137B-36C1-F949-847F-ECFBFA74D41D}" dt="2024-04-19T14:53:08.460" v="837" actId="2696"/>
        <pc:sldMkLst>
          <pc:docMk/>
          <pc:sldMk cId="4270257230" sldId="2643"/>
        </pc:sldMkLst>
      </pc:sldChg>
      <pc:sldChg chg="add del">
        <pc:chgData name="佩倫 吳" userId="603067e5563c3615" providerId="LiveId" clId="{36B7137B-36C1-F949-847F-ECFBFA74D41D}" dt="2024-04-19T14:53:08.462" v="842" actId="2696"/>
        <pc:sldMkLst>
          <pc:docMk/>
          <pc:sldMk cId="3552923280" sldId="2644"/>
        </pc:sldMkLst>
      </pc:sldChg>
      <pc:sldChg chg="modSp new del mod">
        <pc:chgData name="佩倫 吳" userId="603067e5563c3615" providerId="LiveId" clId="{36B7137B-36C1-F949-847F-ECFBFA74D41D}" dt="2024-04-19T14:53:08.472" v="857" actId="2696"/>
        <pc:sldMkLst>
          <pc:docMk/>
          <pc:sldMk cId="2715232375" sldId="2645"/>
        </pc:sldMkLst>
      </pc:sldChg>
      <pc:sldChg chg="modSp add del mod">
        <pc:chgData name="佩倫 吳" userId="603067e5563c3615" providerId="LiveId" clId="{36B7137B-36C1-F949-847F-ECFBFA74D41D}" dt="2024-04-19T14:53:08.458" v="832" actId="2696"/>
        <pc:sldMkLst>
          <pc:docMk/>
          <pc:sldMk cId="2208817442" sldId="2646"/>
        </pc:sldMkLst>
      </pc:sldChg>
      <pc:sldChg chg="modSp new del mod">
        <pc:chgData name="佩倫 吳" userId="603067e5563c3615" providerId="LiveId" clId="{36B7137B-36C1-F949-847F-ECFBFA74D41D}" dt="2024-04-19T14:53:08.463" v="843" actId="2696"/>
        <pc:sldMkLst>
          <pc:docMk/>
          <pc:sldMk cId="3731616788" sldId="2647"/>
        </pc:sldMkLst>
      </pc:sldChg>
      <pc:sldChg chg="modSp add del mod">
        <pc:chgData name="佩倫 吳" userId="603067e5563c3615" providerId="LiveId" clId="{36B7137B-36C1-F949-847F-ECFBFA74D41D}" dt="2024-04-19T14:53:08.472" v="855" actId="2696"/>
        <pc:sldMkLst>
          <pc:docMk/>
          <pc:sldMk cId="1783489392" sldId="2648"/>
        </pc:sldMkLst>
      </pc:sldChg>
      <pc:sldChg chg="modSp new del mod">
        <pc:chgData name="佩倫 吳" userId="603067e5563c3615" providerId="LiveId" clId="{36B7137B-36C1-F949-847F-ECFBFA74D41D}" dt="2024-05-03T15:08:10.925" v="1701" actId="2696"/>
        <pc:sldMkLst>
          <pc:docMk/>
          <pc:sldMk cId="4171256002" sldId="2649"/>
        </pc:sldMkLst>
      </pc:sldChg>
      <pc:sldChg chg="modSp new del mod">
        <pc:chgData name="佩倫 吳" userId="603067e5563c3615" providerId="LiveId" clId="{36B7137B-36C1-F949-847F-ECFBFA74D41D}" dt="2024-05-03T15:08:16.307" v="1702" actId="2696"/>
        <pc:sldMkLst>
          <pc:docMk/>
          <pc:sldMk cId="3717310808" sldId="2650"/>
        </pc:sldMkLst>
      </pc:sldChg>
      <pc:sldChg chg="modSp new del mod">
        <pc:chgData name="佩倫 吳" userId="603067e5563c3615" providerId="LiveId" clId="{36B7137B-36C1-F949-847F-ECFBFA74D41D}" dt="2024-05-03T15:08:16.350" v="1737" actId="2696"/>
        <pc:sldMkLst>
          <pc:docMk/>
          <pc:sldMk cId="4162244946" sldId="2651"/>
        </pc:sldMkLst>
      </pc:sldChg>
      <pc:sldChg chg="modSp add del mod">
        <pc:chgData name="佩倫 吳" userId="603067e5563c3615" providerId="LiveId" clId="{36B7137B-36C1-F949-847F-ECFBFA74D41D}" dt="2024-05-03T15:08:10.175" v="1700" actId="2696"/>
        <pc:sldMkLst>
          <pc:docMk/>
          <pc:sldMk cId="2359425895" sldId="2652"/>
        </pc:sldMkLst>
      </pc:sldChg>
      <pc:sldChg chg="add del">
        <pc:chgData name="佩倫 吳" userId="603067e5563c3615" providerId="LiveId" clId="{36B7137B-36C1-F949-847F-ECFBFA74D41D}" dt="2024-04-19T15:14:49.535" v="894" actId="2696"/>
        <pc:sldMkLst>
          <pc:docMk/>
          <pc:sldMk cId="2573748617" sldId="2652"/>
        </pc:sldMkLst>
      </pc:sldChg>
      <pc:sldChg chg="new del">
        <pc:chgData name="佩倫 吳" userId="603067e5563c3615" providerId="LiveId" clId="{36B7137B-36C1-F949-847F-ECFBFA74D41D}" dt="2024-04-19T15:15:12.435" v="913" actId="680"/>
        <pc:sldMkLst>
          <pc:docMk/>
          <pc:sldMk cId="2282062224" sldId="2653"/>
        </pc:sldMkLst>
      </pc:sldChg>
      <pc:sldChg chg="modSp add del mod">
        <pc:chgData name="佩倫 吳" userId="603067e5563c3615" providerId="LiveId" clId="{36B7137B-36C1-F949-847F-ECFBFA74D41D}" dt="2024-05-03T15:08:16.327" v="1713" actId="2696"/>
        <pc:sldMkLst>
          <pc:docMk/>
          <pc:sldMk cId="2304475451" sldId="2653"/>
        </pc:sldMkLst>
      </pc:sldChg>
      <pc:sldChg chg="add del">
        <pc:chgData name="佩倫 吳" userId="603067e5563c3615" providerId="LiveId" clId="{36B7137B-36C1-F949-847F-ECFBFA74D41D}" dt="2024-04-19T15:15:46.638" v="974" actId="2696"/>
        <pc:sldMkLst>
          <pc:docMk/>
          <pc:sldMk cId="3416335133" sldId="2653"/>
        </pc:sldMkLst>
      </pc:sldChg>
      <pc:sldChg chg="modSp new del mod">
        <pc:chgData name="佩倫 吳" userId="603067e5563c3615" providerId="LiveId" clId="{36B7137B-36C1-F949-847F-ECFBFA74D41D}" dt="2024-05-03T15:08:16.336" v="1723" actId="2696"/>
        <pc:sldMkLst>
          <pc:docMk/>
          <pc:sldMk cId="393975343" sldId="2654"/>
        </pc:sldMkLst>
      </pc:sldChg>
      <pc:sldChg chg="add del">
        <pc:chgData name="佩倫 吳" userId="603067e5563c3615" providerId="LiveId" clId="{36B7137B-36C1-F949-847F-ECFBFA74D41D}" dt="2024-05-03T15:08:16.317" v="1709" actId="2696"/>
        <pc:sldMkLst>
          <pc:docMk/>
          <pc:sldMk cId="4122814139" sldId="2655"/>
        </pc:sldMkLst>
      </pc:sldChg>
      <pc:sldChg chg="add del">
        <pc:chgData name="佩倫 吳" userId="603067e5563c3615" providerId="LiveId" clId="{36B7137B-36C1-F949-847F-ECFBFA74D41D}" dt="2024-05-03T15:08:16.338" v="1726" actId="2696"/>
        <pc:sldMkLst>
          <pc:docMk/>
          <pc:sldMk cId="566971805" sldId="2656"/>
        </pc:sldMkLst>
      </pc:sldChg>
      <pc:sldChg chg="new del">
        <pc:chgData name="佩倫 吳" userId="603067e5563c3615" providerId="LiveId" clId="{36B7137B-36C1-F949-847F-ECFBFA74D41D}" dt="2024-04-19T15:16:39.655" v="996" actId="2696"/>
        <pc:sldMkLst>
          <pc:docMk/>
          <pc:sldMk cId="3209793573" sldId="2657"/>
        </pc:sldMkLst>
      </pc:sldChg>
      <pc:sldChg chg="modSp add del mod">
        <pc:chgData name="佩倫 吳" userId="603067e5563c3615" providerId="LiveId" clId="{36B7137B-36C1-F949-847F-ECFBFA74D41D}" dt="2024-05-03T15:08:16.345" v="1736" actId="2696"/>
        <pc:sldMkLst>
          <pc:docMk/>
          <pc:sldMk cId="334407369" sldId="2658"/>
        </pc:sldMkLst>
      </pc:sldChg>
      <pc:sldChg chg="modSp add del mod">
        <pc:chgData name="佩倫 吳" userId="603067e5563c3615" providerId="LiveId" clId="{36B7137B-36C1-F949-847F-ECFBFA74D41D}" dt="2024-05-03T15:08:16.331" v="1718" actId="2696"/>
        <pc:sldMkLst>
          <pc:docMk/>
          <pc:sldMk cId="1129152527" sldId="2659"/>
        </pc:sldMkLst>
      </pc:sldChg>
      <pc:sldChg chg="modSp add del mod">
        <pc:chgData name="佩倫 吳" userId="603067e5563c3615" providerId="LiveId" clId="{36B7137B-36C1-F949-847F-ECFBFA74D41D}" dt="2024-05-03T15:08:16.359" v="1744" actId="2696"/>
        <pc:sldMkLst>
          <pc:docMk/>
          <pc:sldMk cId="4132053582" sldId="2660"/>
        </pc:sldMkLst>
      </pc:sldChg>
      <pc:sldChg chg="modSp new del mod">
        <pc:chgData name="佩倫 吳" userId="603067e5563c3615" providerId="LiveId" clId="{36B7137B-36C1-F949-847F-ECFBFA74D41D}" dt="2024-05-03T15:08:16.316" v="1708" actId="2696"/>
        <pc:sldMkLst>
          <pc:docMk/>
          <pc:sldMk cId="469846322" sldId="2661"/>
        </pc:sldMkLst>
      </pc:sldChg>
      <pc:sldChg chg="modSp new del mod">
        <pc:chgData name="佩倫 吳" userId="603067e5563c3615" providerId="LiveId" clId="{36B7137B-36C1-F949-847F-ECFBFA74D41D}" dt="2024-05-03T15:08:16.314" v="1707" actId="2696"/>
        <pc:sldMkLst>
          <pc:docMk/>
          <pc:sldMk cId="2166389254" sldId="2662"/>
        </pc:sldMkLst>
      </pc:sldChg>
      <pc:sldChg chg="modSp add del mod">
        <pc:chgData name="佩倫 吳" userId="603067e5563c3615" providerId="LiveId" clId="{36B7137B-36C1-F949-847F-ECFBFA74D41D}" dt="2024-05-03T15:08:16.357" v="1742" actId="2696"/>
        <pc:sldMkLst>
          <pc:docMk/>
          <pc:sldMk cId="627046494" sldId="2663"/>
        </pc:sldMkLst>
      </pc:sldChg>
      <pc:sldChg chg="modSp add del mod">
        <pc:chgData name="佩倫 吳" userId="603067e5563c3615" providerId="LiveId" clId="{36B7137B-36C1-F949-847F-ECFBFA74D41D}" dt="2024-05-03T15:08:16.363" v="1746" actId="2696"/>
        <pc:sldMkLst>
          <pc:docMk/>
          <pc:sldMk cId="4019982004" sldId="2664"/>
        </pc:sldMkLst>
      </pc:sldChg>
      <pc:sldChg chg="modSp add del mod">
        <pc:chgData name="佩倫 吳" userId="603067e5563c3615" providerId="LiveId" clId="{36B7137B-36C1-F949-847F-ECFBFA74D41D}" dt="2024-05-03T15:08:16.351" v="1738" actId="2696"/>
        <pc:sldMkLst>
          <pc:docMk/>
          <pc:sldMk cId="3962680768" sldId="2665"/>
        </pc:sldMkLst>
      </pc:sldChg>
      <pc:sldChg chg="modSp new del mod">
        <pc:chgData name="佩倫 吳" userId="603067e5563c3615" providerId="LiveId" clId="{36B7137B-36C1-F949-847F-ECFBFA74D41D}" dt="2024-05-03T15:08:16.353" v="1740" actId="2696"/>
        <pc:sldMkLst>
          <pc:docMk/>
          <pc:sldMk cId="486740798" sldId="2666"/>
        </pc:sldMkLst>
      </pc:sldChg>
      <pc:sldChg chg="modSp add del mod">
        <pc:chgData name="佩倫 吳" userId="603067e5563c3615" providerId="LiveId" clId="{36B7137B-36C1-F949-847F-ECFBFA74D41D}" dt="2024-05-03T15:08:16.329" v="1716" actId="2696"/>
        <pc:sldMkLst>
          <pc:docMk/>
          <pc:sldMk cId="953603089" sldId="2667"/>
        </pc:sldMkLst>
      </pc:sldChg>
      <pc:sldChg chg="modSp add del mod">
        <pc:chgData name="佩倫 吳" userId="603067e5563c3615" providerId="LiveId" clId="{36B7137B-36C1-F949-847F-ECFBFA74D41D}" dt="2024-05-03T15:08:16.344" v="1734" actId="2696"/>
        <pc:sldMkLst>
          <pc:docMk/>
          <pc:sldMk cId="1534136106" sldId="2668"/>
        </pc:sldMkLst>
      </pc:sldChg>
      <pc:sldChg chg="new del">
        <pc:chgData name="佩倫 吳" userId="603067e5563c3615" providerId="LiveId" clId="{36B7137B-36C1-F949-847F-ECFBFA74D41D}" dt="2024-04-19T15:19:51.749" v="1112" actId="2696"/>
        <pc:sldMkLst>
          <pc:docMk/>
          <pc:sldMk cId="10981769" sldId="2669"/>
        </pc:sldMkLst>
      </pc:sldChg>
      <pc:sldChg chg="modSp add del mod">
        <pc:chgData name="佩倫 吳" userId="603067e5563c3615" providerId="LiveId" clId="{36B7137B-36C1-F949-847F-ECFBFA74D41D}" dt="2024-05-03T15:08:16.359" v="1745" actId="2696"/>
        <pc:sldMkLst>
          <pc:docMk/>
          <pc:sldMk cId="2217299815" sldId="2670"/>
        </pc:sldMkLst>
      </pc:sldChg>
      <pc:sldChg chg="modSp add del mod">
        <pc:chgData name="佩倫 吳" userId="603067e5563c3615" providerId="LiveId" clId="{36B7137B-36C1-F949-847F-ECFBFA74D41D}" dt="2024-05-03T15:08:16.311" v="1704" actId="2696"/>
        <pc:sldMkLst>
          <pc:docMk/>
          <pc:sldMk cId="3183674441" sldId="2671"/>
        </pc:sldMkLst>
      </pc:sldChg>
      <pc:sldChg chg="modSp new del mod">
        <pc:chgData name="佩倫 吳" userId="603067e5563c3615" providerId="LiveId" clId="{36B7137B-36C1-F949-847F-ECFBFA74D41D}" dt="2024-05-03T15:08:16.343" v="1733" actId="2696"/>
        <pc:sldMkLst>
          <pc:docMk/>
          <pc:sldMk cId="3570854779" sldId="2672"/>
        </pc:sldMkLst>
      </pc:sldChg>
      <pc:sldChg chg="modSp add del mod">
        <pc:chgData name="佩倫 吳" userId="603067e5563c3615" providerId="LiveId" clId="{36B7137B-36C1-F949-847F-ECFBFA74D41D}" dt="2024-05-03T15:08:16.337" v="1724" actId="2696"/>
        <pc:sldMkLst>
          <pc:docMk/>
          <pc:sldMk cId="4014308701" sldId="2673"/>
        </pc:sldMkLst>
      </pc:sldChg>
      <pc:sldChg chg="modSp add del mod">
        <pc:chgData name="佩倫 吳" userId="603067e5563c3615" providerId="LiveId" clId="{36B7137B-36C1-F949-847F-ECFBFA74D41D}" dt="2024-05-03T15:08:16.367" v="1747" actId="2696"/>
        <pc:sldMkLst>
          <pc:docMk/>
          <pc:sldMk cId="542831820" sldId="2674"/>
        </pc:sldMkLst>
      </pc:sldChg>
      <pc:sldChg chg="modSp new del mod">
        <pc:chgData name="佩倫 吳" userId="603067e5563c3615" providerId="LiveId" clId="{36B7137B-36C1-F949-847F-ECFBFA74D41D}" dt="2024-05-03T15:08:16.341" v="1729" actId="2696"/>
        <pc:sldMkLst>
          <pc:docMk/>
          <pc:sldMk cId="3761635193" sldId="2675"/>
        </pc:sldMkLst>
      </pc:sldChg>
      <pc:sldChg chg="modSp add del mod">
        <pc:chgData name="佩倫 吳" userId="603067e5563c3615" providerId="LiveId" clId="{36B7137B-36C1-F949-847F-ECFBFA74D41D}" dt="2024-05-03T15:08:16.352" v="1739" actId="2696"/>
        <pc:sldMkLst>
          <pc:docMk/>
          <pc:sldMk cId="3491052587" sldId="2676"/>
        </pc:sldMkLst>
      </pc:sldChg>
      <pc:sldChg chg="modSp new del mod">
        <pc:chgData name="佩倫 吳" userId="603067e5563c3615" providerId="LiveId" clId="{36B7137B-36C1-F949-847F-ECFBFA74D41D}" dt="2024-05-03T15:08:16.318" v="1710" actId="2696"/>
        <pc:sldMkLst>
          <pc:docMk/>
          <pc:sldMk cId="2710629570" sldId="2677"/>
        </pc:sldMkLst>
      </pc:sldChg>
      <pc:sldChg chg="modSp add del mod">
        <pc:chgData name="佩倫 吳" userId="603067e5563c3615" providerId="LiveId" clId="{36B7137B-36C1-F949-847F-ECFBFA74D41D}" dt="2024-05-03T15:08:16.343" v="1732" actId="2696"/>
        <pc:sldMkLst>
          <pc:docMk/>
          <pc:sldMk cId="1053513324" sldId="2678"/>
        </pc:sldMkLst>
      </pc:sldChg>
      <pc:sldChg chg="modSp add del mod">
        <pc:chgData name="佩倫 吳" userId="603067e5563c3615" providerId="LiveId" clId="{36B7137B-36C1-F949-847F-ECFBFA74D41D}" dt="2024-05-03T15:08:16.319" v="1711" actId="2696"/>
        <pc:sldMkLst>
          <pc:docMk/>
          <pc:sldMk cId="785392446" sldId="2679"/>
        </pc:sldMkLst>
      </pc:sldChg>
      <pc:sldChg chg="new del">
        <pc:chgData name="佩倫 吳" userId="603067e5563c3615" providerId="LiveId" clId="{36B7137B-36C1-F949-847F-ECFBFA74D41D}" dt="2024-04-19T15:24:10.588" v="1281" actId="2696"/>
        <pc:sldMkLst>
          <pc:docMk/>
          <pc:sldMk cId="4076882410" sldId="2680"/>
        </pc:sldMkLst>
      </pc:sldChg>
      <pc:sldChg chg="modSp add del mod">
        <pc:chgData name="佩倫 吳" userId="603067e5563c3615" providerId="LiveId" clId="{36B7137B-36C1-F949-847F-ECFBFA74D41D}" dt="2024-05-03T15:08:16.337" v="1725" actId="2696"/>
        <pc:sldMkLst>
          <pc:docMk/>
          <pc:sldMk cId="1252532759" sldId="2681"/>
        </pc:sldMkLst>
      </pc:sldChg>
      <pc:sldChg chg="modSp new del mod">
        <pc:chgData name="佩倫 吳" userId="603067e5563c3615" providerId="LiveId" clId="{36B7137B-36C1-F949-847F-ECFBFA74D41D}" dt="2024-05-03T15:08:16.320" v="1712" actId="2696"/>
        <pc:sldMkLst>
          <pc:docMk/>
          <pc:sldMk cId="1636584090" sldId="2682"/>
        </pc:sldMkLst>
      </pc:sldChg>
      <pc:sldChg chg="new del">
        <pc:chgData name="佩倫 吳" userId="603067e5563c3615" providerId="LiveId" clId="{36B7137B-36C1-F949-847F-ECFBFA74D41D}" dt="2024-04-19T15:24:43.670" v="1302" actId="2696"/>
        <pc:sldMkLst>
          <pc:docMk/>
          <pc:sldMk cId="3749946695" sldId="2683"/>
        </pc:sldMkLst>
      </pc:sldChg>
      <pc:sldChg chg="modSp add del mod">
        <pc:chgData name="佩倫 吳" userId="603067e5563c3615" providerId="LiveId" clId="{36B7137B-36C1-F949-847F-ECFBFA74D41D}" dt="2024-05-03T15:08:16.341" v="1730" actId="2696"/>
        <pc:sldMkLst>
          <pc:docMk/>
          <pc:sldMk cId="776364346" sldId="2684"/>
        </pc:sldMkLst>
      </pc:sldChg>
      <pc:sldChg chg="modSp new del mod">
        <pc:chgData name="佩倫 吳" userId="603067e5563c3615" providerId="LiveId" clId="{36B7137B-36C1-F949-847F-ECFBFA74D41D}" dt="2024-05-03T15:08:16.358" v="1743" actId="2696"/>
        <pc:sldMkLst>
          <pc:docMk/>
          <pc:sldMk cId="2274596258" sldId="2685"/>
        </pc:sldMkLst>
      </pc:sldChg>
      <pc:sldChg chg="modSp add del mod ord">
        <pc:chgData name="佩倫 吳" userId="603067e5563c3615" providerId="LiveId" clId="{36B7137B-36C1-F949-847F-ECFBFA74D41D}" dt="2024-05-03T15:08:16.353" v="1741" actId="2696"/>
        <pc:sldMkLst>
          <pc:docMk/>
          <pc:sldMk cId="3531129789" sldId="2686"/>
        </pc:sldMkLst>
      </pc:sldChg>
      <pc:sldChg chg="modSp new del mod">
        <pc:chgData name="佩倫 吳" userId="603067e5563c3615" providerId="LiveId" clId="{36B7137B-36C1-F949-847F-ECFBFA74D41D}" dt="2024-05-03T15:08:16.332" v="1719" actId="2696"/>
        <pc:sldMkLst>
          <pc:docMk/>
          <pc:sldMk cId="3968455495" sldId="2687"/>
        </pc:sldMkLst>
      </pc:sldChg>
      <pc:sldChg chg="modSp new del mod">
        <pc:chgData name="佩倫 吳" userId="603067e5563c3615" providerId="LiveId" clId="{36B7137B-36C1-F949-847F-ECFBFA74D41D}" dt="2024-05-03T15:08:16.333" v="1720" actId="2696"/>
        <pc:sldMkLst>
          <pc:docMk/>
          <pc:sldMk cId="2508005366" sldId="2688"/>
        </pc:sldMkLst>
      </pc:sldChg>
      <pc:sldChg chg="modSp add del mod">
        <pc:chgData name="佩倫 吳" userId="603067e5563c3615" providerId="LiveId" clId="{36B7137B-36C1-F949-847F-ECFBFA74D41D}" dt="2024-04-19T15:27:30.363" v="1436" actId="2696"/>
        <pc:sldMkLst>
          <pc:docMk/>
          <pc:sldMk cId="1345935328" sldId="2689"/>
        </pc:sldMkLst>
      </pc:sldChg>
      <pc:sldChg chg="modSp new del mod">
        <pc:chgData name="佩倫 吳" userId="603067e5563c3615" providerId="LiveId" clId="{36B7137B-36C1-F949-847F-ECFBFA74D41D}" dt="2024-05-03T15:08:16.330" v="1717" actId="2696"/>
        <pc:sldMkLst>
          <pc:docMk/>
          <pc:sldMk cId="2996833219" sldId="2689"/>
        </pc:sldMkLst>
      </pc:sldChg>
      <pc:sldChg chg="new del">
        <pc:chgData name="佩倫 吳" userId="603067e5563c3615" providerId="LiveId" clId="{36B7137B-36C1-F949-847F-ECFBFA74D41D}" dt="2024-04-19T15:28:54.648" v="1449" actId="2696"/>
        <pc:sldMkLst>
          <pc:docMk/>
          <pc:sldMk cId="2857066014" sldId="2690"/>
        </pc:sldMkLst>
      </pc:sldChg>
      <pc:sldChg chg="modSp add del mod">
        <pc:chgData name="佩倫 吳" userId="603067e5563c3615" providerId="LiveId" clId="{36B7137B-36C1-F949-847F-ECFBFA74D41D}" dt="2024-05-03T15:08:16.309" v="1703" actId="2696"/>
        <pc:sldMkLst>
          <pc:docMk/>
          <pc:sldMk cId="606706007" sldId="2691"/>
        </pc:sldMkLst>
      </pc:sldChg>
      <pc:sldChg chg="modSp add del mod">
        <pc:chgData name="佩倫 吳" userId="603067e5563c3615" providerId="LiveId" clId="{36B7137B-36C1-F949-847F-ECFBFA74D41D}" dt="2024-05-03T15:08:16.339" v="1727" actId="2696"/>
        <pc:sldMkLst>
          <pc:docMk/>
          <pc:sldMk cId="280421414" sldId="2692"/>
        </pc:sldMkLst>
      </pc:sldChg>
      <pc:sldChg chg="modSp new del mod">
        <pc:chgData name="佩倫 吳" userId="603067e5563c3615" providerId="LiveId" clId="{36B7137B-36C1-F949-847F-ECFBFA74D41D}" dt="2024-05-03T15:08:16.313" v="1706" actId="2696"/>
        <pc:sldMkLst>
          <pc:docMk/>
          <pc:sldMk cId="432294581" sldId="2693"/>
        </pc:sldMkLst>
      </pc:sldChg>
      <pc:sldChg chg="modSp new del mod">
        <pc:chgData name="佩倫 吳" userId="603067e5563c3615" providerId="LiveId" clId="{36B7137B-36C1-F949-847F-ECFBFA74D41D}" dt="2024-05-03T15:08:16.334" v="1721" actId="2696"/>
        <pc:sldMkLst>
          <pc:docMk/>
          <pc:sldMk cId="1966324222" sldId="2694"/>
        </pc:sldMkLst>
      </pc:sldChg>
      <pc:sldChg chg="new del">
        <pc:chgData name="佩倫 吳" userId="603067e5563c3615" providerId="LiveId" clId="{36B7137B-36C1-F949-847F-ECFBFA74D41D}" dt="2024-04-19T15:35:18.817" v="1697" actId="2696"/>
        <pc:sldMkLst>
          <pc:docMk/>
          <pc:sldMk cId="1385632244" sldId="2695"/>
        </pc:sldMkLst>
      </pc:sldChg>
      <pc:sldChg chg="modSp new del mod">
        <pc:chgData name="佩倫 吳" userId="603067e5563c3615" providerId="LiveId" clId="{36B7137B-36C1-F949-847F-ECFBFA74D41D}" dt="2024-05-03T15:08:16.312" v="1705" actId="2696"/>
        <pc:sldMkLst>
          <pc:docMk/>
          <pc:sldMk cId="2978721215" sldId="2696"/>
        </pc:sldMkLst>
      </pc:sldChg>
      <pc:sldChg chg="modSp add del mod">
        <pc:chgData name="佩倫 吳" userId="603067e5563c3615" providerId="LiveId" clId="{36B7137B-36C1-F949-847F-ECFBFA74D41D}" dt="2024-05-03T15:08:16.342" v="1731" actId="2696"/>
        <pc:sldMkLst>
          <pc:docMk/>
          <pc:sldMk cId="1636581497" sldId="2697"/>
        </pc:sldMkLst>
      </pc:sldChg>
      <pc:sldChg chg="modSp add del mod">
        <pc:chgData name="佩倫 吳" userId="603067e5563c3615" providerId="LiveId" clId="{36B7137B-36C1-F949-847F-ECFBFA74D41D}" dt="2024-05-03T15:08:16.328" v="1714" actId="2696"/>
        <pc:sldMkLst>
          <pc:docMk/>
          <pc:sldMk cId="2279277347" sldId="2698"/>
        </pc:sldMkLst>
      </pc:sldChg>
      <pc:sldChg chg="modSp new del mod">
        <pc:chgData name="佩倫 吳" userId="603067e5563c3615" providerId="LiveId" clId="{36B7137B-36C1-F949-847F-ECFBFA74D41D}" dt="2024-05-03T15:08:16.335" v="1722" actId="2696"/>
        <pc:sldMkLst>
          <pc:docMk/>
          <pc:sldMk cId="2073551254" sldId="2699"/>
        </pc:sldMkLst>
      </pc:sldChg>
      <pc:sldChg chg="modSp new del mod">
        <pc:chgData name="佩倫 吳" userId="603067e5563c3615" providerId="LiveId" clId="{36B7137B-36C1-F949-847F-ECFBFA74D41D}" dt="2024-05-03T15:08:16.328" v="1715" actId="2696"/>
        <pc:sldMkLst>
          <pc:docMk/>
          <pc:sldMk cId="974540281" sldId="2700"/>
        </pc:sldMkLst>
      </pc:sldChg>
      <pc:sldChg chg="modSp new del mod">
        <pc:chgData name="佩倫 吳" userId="603067e5563c3615" providerId="LiveId" clId="{36B7137B-36C1-F949-847F-ECFBFA74D41D}" dt="2024-05-03T15:08:16.340" v="1728" actId="2696"/>
        <pc:sldMkLst>
          <pc:docMk/>
          <pc:sldMk cId="3967574379" sldId="2701"/>
        </pc:sldMkLst>
      </pc:sldChg>
      <pc:sldChg chg="modSp add del mod">
        <pc:chgData name="佩倫 吳" userId="603067e5563c3615" providerId="LiveId" clId="{36B7137B-36C1-F949-847F-ECFBFA74D41D}" dt="2024-05-03T15:08:16.345" v="1735" actId="2696"/>
        <pc:sldMkLst>
          <pc:docMk/>
          <pc:sldMk cId="2255247824" sldId="2702"/>
        </pc:sldMkLst>
      </pc:sldChg>
      <pc:sldChg chg="modSp new mod">
        <pc:chgData name="佩倫 吳" userId="603067e5563c3615" providerId="LiveId" clId="{36B7137B-36C1-F949-847F-ECFBFA74D41D}" dt="2024-05-18T02:46:32.176" v="2945" actId="179"/>
        <pc:sldMkLst>
          <pc:docMk/>
          <pc:sldMk cId="3639726654" sldId="2703"/>
        </pc:sldMkLst>
      </pc:sldChg>
      <pc:sldChg chg="modSp add del mod">
        <pc:chgData name="佩倫 吳" userId="603067e5563c3615" providerId="LiveId" clId="{36B7137B-36C1-F949-847F-ECFBFA74D41D}" dt="2024-05-18T02:47:47.901" v="3000" actId="2696"/>
        <pc:sldMkLst>
          <pc:docMk/>
          <pc:sldMk cId="131820729" sldId="2704"/>
        </pc:sldMkLst>
      </pc:sldChg>
      <pc:sldChg chg="new del">
        <pc:chgData name="佩倫 吳" userId="603067e5563c3615" providerId="LiveId" clId="{36B7137B-36C1-F949-847F-ECFBFA74D41D}" dt="2024-05-03T15:08:43.147" v="1781" actId="2696"/>
        <pc:sldMkLst>
          <pc:docMk/>
          <pc:sldMk cId="2920937052" sldId="2704"/>
        </pc:sldMkLst>
      </pc:sldChg>
      <pc:sldChg chg="modSp new del mod">
        <pc:chgData name="佩倫 吳" userId="603067e5563c3615" providerId="LiveId" clId="{36B7137B-36C1-F949-847F-ECFBFA74D41D}" dt="2024-05-18T02:47:47.929" v="3024" actId="2696"/>
        <pc:sldMkLst>
          <pc:docMk/>
          <pc:sldMk cId="2066806672" sldId="2705"/>
        </pc:sldMkLst>
      </pc:sldChg>
      <pc:sldChg chg="modSp new del mod">
        <pc:chgData name="佩倫 吳" userId="603067e5563c3615" providerId="LiveId" clId="{36B7137B-36C1-F949-847F-ECFBFA74D41D}" dt="2024-05-18T02:47:47.944" v="3037" actId="2696"/>
        <pc:sldMkLst>
          <pc:docMk/>
          <pc:sldMk cId="1582570970" sldId="2706"/>
        </pc:sldMkLst>
      </pc:sldChg>
      <pc:sldChg chg="modSp add del mod">
        <pc:chgData name="佩倫 吳" userId="603067e5563c3615" providerId="LiveId" clId="{36B7137B-36C1-F949-847F-ECFBFA74D41D}" dt="2024-05-18T02:47:47.918" v="3016" actId="2696"/>
        <pc:sldMkLst>
          <pc:docMk/>
          <pc:sldMk cId="1977772118" sldId="2707"/>
        </pc:sldMkLst>
      </pc:sldChg>
      <pc:sldChg chg="modSp new del mod">
        <pc:chgData name="佩倫 吳" userId="603067e5563c3615" providerId="LiveId" clId="{36B7137B-36C1-F949-847F-ECFBFA74D41D}" dt="2024-05-18T02:47:47.939" v="3031" actId="2696"/>
        <pc:sldMkLst>
          <pc:docMk/>
          <pc:sldMk cId="831131991" sldId="2708"/>
        </pc:sldMkLst>
      </pc:sldChg>
      <pc:sldChg chg="modSp add del mod">
        <pc:chgData name="佩倫 吳" userId="603067e5563c3615" providerId="LiveId" clId="{36B7137B-36C1-F949-847F-ECFBFA74D41D}" dt="2024-05-18T02:47:47.921" v="3020" actId="2696"/>
        <pc:sldMkLst>
          <pc:docMk/>
          <pc:sldMk cId="3486370972" sldId="2709"/>
        </pc:sldMkLst>
      </pc:sldChg>
      <pc:sldChg chg="modSp new del mod">
        <pc:chgData name="佩倫 吳" userId="603067e5563c3615" providerId="LiveId" clId="{36B7137B-36C1-F949-847F-ECFBFA74D41D}" dt="2024-05-18T02:47:47.955" v="3051" actId="2696"/>
        <pc:sldMkLst>
          <pc:docMk/>
          <pc:sldMk cId="1247255569" sldId="2710"/>
        </pc:sldMkLst>
      </pc:sldChg>
      <pc:sldChg chg="modSp add del mod">
        <pc:chgData name="佩倫 吳" userId="603067e5563c3615" providerId="LiveId" clId="{36B7137B-36C1-F949-847F-ECFBFA74D41D}" dt="2024-05-18T02:47:47.909" v="3007" actId="2696"/>
        <pc:sldMkLst>
          <pc:docMk/>
          <pc:sldMk cId="447625190" sldId="2711"/>
        </pc:sldMkLst>
      </pc:sldChg>
      <pc:sldChg chg="modSp new del mod">
        <pc:chgData name="佩倫 吳" userId="603067e5563c3615" providerId="LiveId" clId="{36B7137B-36C1-F949-847F-ECFBFA74D41D}" dt="2024-05-18T02:47:47.923" v="3023" actId="2696"/>
        <pc:sldMkLst>
          <pc:docMk/>
          <pc:sldMk cId="717081403" sldId="2712"/>
        </pc:sldMkLst>
      </pc:sldChg>
      <pc:sldChg chg="modSp add del mod">
        <pc:chgData name="佩倫 吳" userId="603067e5563c3615" providerId="LiveId" clId="{36B7137B-36C1-F949-847F-ECFBFA74D41D}" dt="2024-05-18T02:47:47.911" v="3009" actId="2696"/>
        <pc:sldMkLst>
          <pc:docMk/>
          <pc:sldMk cId="2485034293" sldId="2713"/>
        </pc:sldMkLst>
      </pc:sldChg>
      <pc:sldChg chg="modSp add del mod">
        <pc:chgData name="佩倫 吳" userId="603067e5563c3615" providerId="LiveId" clId="{36B7137B-36C1-F949-847F-ECFBFA74D41D}" dt="2024-05-18T02:47:47.905" v="3003" actId="2696"/>
        <pc:sldMkLst>
          <pc:docMk/>
          <pc:sldMk cId="2627471515" sldId="2714"/>
        </pc:sldMkLst>
      </pc:sldChg>
      <pc:sldChg chg="new del">
        <pc:chgData name="佩倫 吳" userId="603067e5563c3615" providerId="LiveId" clId="{36B7137B-36C1-F949-847F-ECFBFA74D41D}" dt="2024-05-03T15:29:18.094" v="2024" actId="2696"/>
        <pc:sldMkLst>
          <pc:docMk/>
          <pc:sldMk cId="1699310820" sldId="2715"/>
        </pc:sldMkLst>
      </pc:sldChg>
      <pc:sldChg chg="modSp add del mod">
        <pc:chgData name="佩倫 吳" userId="603067e5563c3615" providerId="LiveId" clId="{36B7137B-36C1-F949-847F-ECFBFA74D41D}" dt="2024-05-18T02:47:47.947" v="3043" actId="2696"/>
        <pc:sldMkLst>
          <pc:docMk/>
          <pc:sldMk cId="4097656085" sldId="2715"/>
        </pc:sldMkLst>
      </pc:sldChg>
      <pc:sldChg chg="addSp delSp modSp new del mod">
        <pc:chgData name="佩倫 吳" userId="603067e5563c3615" providerId="LiveId" clId="{36B7137B-36C1-F949-847F-ECFBFA74D41D}" dt="2024-05-18T02:47:47.907" v="3005" actId="2696"/>
        <pc:sldMkLst>
          <pc:docMk/>
          <pc:sldMk cId="605636564" sldId="2716"/>
        </pc:sldMkLst>
      </pc:sldChg>
      <pc:sldChg chg="modSp add del mod">
        <pc:chgData name="佩倫 吳" userId="603067e5563c3615" providerId="LiveId" clId="{36B7137B-36C1-F949-847F-ECFBFA74D41D}" dt="2024-05-18T02:47:47.934" v="3029" actId="2696"/>
        <pc:sldMkLst>
          <pc:docMk/>
          <pc:sldMk cId="2964570254" sldId="2717"/>
        </pc:sldMkLst>
      </pc:sldChg>
      <pc:sldChg chg="modSp new del mod">
        <pc:chgData name="佩倫 吳" userId="603067e5563c3615" providerId="LiveId" clId="{36B7137B-36C1-F949-847F-ECFBFA74D41D}" dt="2024-05-18T02:47:47.948" v="3044" actId="2696"/>
        <pc:sldMkLst>
          <pc:docMk/>
          <pc:sldMk cId="4213725399" sldId="2718"/>
        </pc:sldMkLst>
      </pc:sldChg>
      <pc:sldChg chg="modSp add del mod">
        <pc:chgData name="佩倫 吳" userId="603067e5563c3615" providerId="LiveId" clId="{36B7137B-36C1-F949-847F-ECFBFA74D41D}" dt="2024-05-18T02:47:47.940" v="3032" actId="2696"/>
        <pc:sldMkLst>
          <pc:docMk/>
          <pc:sldMk cId="1486870035" sldId="2719"/>
        </pc:sldMkLst>
      </pc:sldChg>
      <pc:sldChg chg="modSp add del mod">
        <pc:chgData name="佩倫 吳" userId="603067e5563c3615" providerId="LiveId" clId="{36B7137B-36C1-F949-847F-ECFBFA74D41D}" dt="2024-05-18T02:47:47.947" v="3042" actId="2696"/>
        <pc:sldMkLst>
          <pc:docMk/>
          <pc:sldMk cId="1853890878" sldId="2720"/>
        </pc:sldMkLst>
      </pc:sldChg>
      <pc:sldChg chg="modSp new del mod">
        <pc:chgData name="佩倫 吳" userId="603067e5563c3615" providerId="LiveId" clId="{36B7137B-36C1-F949-847F-ECFBFA74D41D}" dt="2024-05-18T02:47:47.950" v="3047" actId="2696"/>
        <pc:sldMkLst>
          <pc:docMk/>
          <pc:sldMk cId="2986919295" sldId="2721"/>
        </pc:sldMkLst>
      </pc:sldChg>
      <pc:sldChg chg="modSp add del mod">
        <pc:chgData name="佩倫 吳" userId="603067e5563c3615" providerId="LiveId" clId="{36B7137B-36C1-F949-847F-ECFBFA74D41D}" dt="2024-05-18T02:47:47.910" v="3008" actId="2696"/>
        <pc:sldMkLst>
          <pc:docMk/>
          <pc:sldMk cId="2840293438" sldId="2722"/>
        </pc:sldMkLst>
      </pc:sldChg>
      <pc:sldChg chg="modSp new del mod">
        <pc:chgData name="佩倫 吳" userId="603067e5563c3615" providerId="LiveId" clId="{36B7137B-36C1-F949-847F-ECFBFA74D41D}" dt="2024-05-18T02:47:47.946" v="3041" actId="2696"/>
        <pc:sldMkLst>
          <pc:docMk/>
          <pc:sldMk cId="2205205783" sldId="2723"/>
        </pc:sldMkLst>
      </pc:sldChg>
      <pc:sldChg chg="modSp add del mod">
        <pc:chgData name="佩倫 吳" userId="603067e5563c3615" providerId="LiveId" clId="{36B7137B-36C1-F949-847F-ECFBFA74D41D}" dt="2024-05-18T02:47:47.918" v="3017" actId="2696"/>
        <pc:sldMkLst>
          <pc:docMk/>
          <pc:sldMk cId="2986639538" sldId="2724"/>
        </pc:sldMkLst>
      </pc:sldChg>
      <pc:sldChg chg="modSp add del mod">
        <pc:chgData name="佩倫 吳" userId="603067e5563c3615" providerId="LiveId" clId="{36B7137B-36C1-F949-847F-ECFBFA74D41D}" dt="2024-05-18T02:47:47.942" v="3035" actId="2696"/>
        <pc:sldMkLst>
          <pc:docMk/>
          <pc:sldMk cId="2896923470" sldId="2725"/>
        </pc:sldMkLst>
      </pc:sldChg>
      <pc:sldChg chg="addSp delSp modSp new del mod">
        <pc:chgData name="佩倫 吳" userId="603067e5563c3615" providerId="LiveId" clId="{36B7137B-36C1-F949-847F-ECFBFA74D41D}" dt="2024-05-18T02:47:47.908" v="3006" actId="2696"/>
        <pc:sldMkLst>
          <pc:docMk/>
          <pc:sldMk cId="3396816082" sldId="2726"/>
        </pc:sldMkLst>
      </pc:sldChg>
      <pc:sldChg chg="modSp add del mod">
        <pc:chgData name="佩倫 吳" userId="603067e5563c3615" providerId="LiveId" clId="{36B7137B-36C1-F949-847F-ECFBFA74D41D}" dt="2024-05-18T02:47:47.945" v="3039" actId="2696"/>
        <pc:sldMkLst>
          <pc:docMk/>
          <pc:sldMk cId="3879107383" sldId="2727"/>
        </pc:sldMkLst>
      </pc:sldChg>
      <pc:sldChg chg="modSp new del mod">
        <pc:chgData name="佩倫 吳" userId="603067e5563c3615" providerId="LiveId" clId="{36B7137B-36C1-F949-847F-ECFBFA74D41D}" dt="2024-05-18T02:47:47.920" v="3019" actId="2696"/>
        <pc:sldMkLst>
          <pc:docMk/>
          <pc:sldMk cId="2183519911" sldId="2728"/>
        </pc:sldMkLst>
      </pc:sldChg>
      <pc:sldChg chg="modSp add del mod">
        <pc:chgData name="佩倫 吳" userId="603067e5563c3615" providerId="LiveId" clId="{36B7137B-36C1-F949-847F-ECFBFA74D41D}" dt="2024-05-18T02:47:47.941" v="3033" actId="2696"/>
        <pc:sldMkLst>
          <pc:docMk/>
          <pc:sldMk cId="4287333467" sldId="2729"/>
        </pc:sldMkLst>
      </pc:sldChg>
      <pc:sldChg chg="modSp add del mod">
        <pc:chgData name="佩倫 吳" userId="603067e5563c3615" providerId="LiveId" clId="{36B7137B-36C1-F949-847F-ECFBFA74D41D}" dt="2024-05-18T02:47:47.932" v="3027" actId="2696"/>
        <pc:sldMkLst>
          <pc:docMk/>
          <pc:sldMk cId="211155233" sldId="2730"/>
        </pc:sldMkLst>
      </pc:sldChg>
      <pc:sldChg chg="modSp add del mod">
        <pc:chgData name="佩倫 吳" userId="603067e5563c3615" providerId="LiveId" clId="{36B7137B-36C1-F949-847F-ECFBFA74D41D}" dt="2024-05-18T02:47:47.949" v="3046" actId="2696"/>
        <pc:sldMkLst>
          <pc:docMk/>
          <pc:sldMk cId="346110349" sldId="2731"/>
        </pc:sldMkLst>
      </pc:sldChg>
      <pc:sldChg chg="new del">
        <pc:chgData name="佩倫 吳" userId="603067e5563c3615" providerId="LiveId" clId="{36B7137B-36C1-F949-847F-ECFBFA74D41D}" dt="2024-05-03T15:36:54.168" v="2372" actId="2696"/>
        <pc:sldMkLst>
          <pc:docMk/>
          <pc:sldMk cId="3249237303" sldId="2732"/>
        </pc:sldMkLst>
      </pc:sldChg>
      <pc:sldChg chg="modSp add del mod">
        <pc:chgData name="佩倫 吳" userId="603067e5563c3615" providerId="LiveId" clId="{36B7137B-36C1-F949-847F-ECFBFA74D41D}" dt="2024-05-18T02:47:47.906" v="3004" actId="2696"/>
        <pc:sldMkLst>
          <pc:docMk/>
          <pc:sldMk cId="982106046" sldId="2733"/>
        </pc:sldMkLst>
      </pc:sldChg>
      <pc:sldChg chg="modSp new del mod">
        <pc:chgData name="佩倫 吳" userId="603067e5563c3615" providerId="LiveId" clId="{36B7137B-36C1-F949-847F-ECFBFA74D41D}" dt="2024-05-18T02:47:47.942" v="3034" actId="2696"/>
        <pc:sldMkLst>
          <pc:docMk/>
          <pc:sldMk cId="1359487939" sldId="2734"/>
        </pc:sldMkLst>
      </pc:sldChg>
      <pc:sldChg chg="modSp add del mod">
        <pc:chgData name="佩倫 吳" userId="603067e5563c3615" providerId="LiveId" clId="{36B7137B-36C1-F949-847F-ECFBFA74D41D}" dt="2024-05-18T02:47:47.904" v="3002" actId="2696"/>
        <pc:sldMkLst>
          <pc:docMk/>
          <pc:sldMk cId="3964966204" sldId="2735"/>
        </pc:sldMkLst>
      </pc:sldChg>
      <pc:sldChg chg="modSp new del">
        <pc:chgData name="佩倫 吳" userId="603067e5563c3615" providerId="LiveId" clId="{36B7137B-36C1-F949-847F-ECFBFA74D41D}" dt="2024-05-18T02:47:47.946" v="3040" actId="2696"/>
        <pc:sldMkLst>
          <pc:docMk/>
          <pc:sldMk cId="2104517725" sldId="2736"/>
        </pc:sldMkLst>
      </pc:sldChg>
      <pc:sldChg chg="modSp new del mod">
        <pc:chgData name="佩倫 吳" userId="603067e5563c3615" providerId="LiveId" clId="{36B7137B-36C1-F949-847F-ECFBFA74D41D}" dt="2024-05-18T02:47:47.916" v="3014" actId="2696"/>
        <pc:sldMkLst>
          <pc:docMk/>
          <pc:sldMk cId="3426898384" sldId="2737"/>
        </pc:sldMkLst>
      </pc:sldChg>
      <pc:sldChg chg="modSp new del mod">
        <pc:chgData name="佩倫 吳" userId="603067e5563c3615" providerId="LiveId" clId="{36B7137B-36C1-F949-847F-ECFBFA74D41D}" dt="2024-05-18T02:47:47.912" v="3010" actId="2696"/>
        <pc:sldMkLst>
          <pc:docMk/>
          <pc:sldMk cId="1651606595" sldId="2738"/>
        </pc:sldMkLst>
      </pc:sldChg>
      <pc:sldChg chg="modSp add del mod">
        <pc:chgData name="佩倫 吳" userId="603067e5563c3615" providerId="LiveId" clId="{36B7137B-36C1-F949-847F-ECFBFA74D41D}" dt="2024-05-18T02:47:47.913" v="3011" actId="2696"/>
        <pc:sldMkLst>
          <pc:docMk/>
          <pc:sldMk cId="2742136087" sldId="2739"/>
        </pc:sldMkLst>
      </pc:sldChg>
      <pc:sldChg chg="modSp new del mod">
        <pc:chgData name="佩倫 吳" userId="603067e5563c3615" providerId="LiveId" clId="{36B7137B-36C1-F949-847F-ECFBFA74D41D}" dt="2024-05-18T02:47:47.917" v="3015" actId="2696"/>
        <pc:sldMkLst>
          <pc:docMk/>
          <pc:sldMk cId="2121239329" sldId="2740"/>
        </pc:sldMkLst>
      </pc:sldChg>
      <pc:sldChg chg="modSp add del mod">
        <pc:chgData name="佩倫 吳" userId="603067e5563c3615" providerId="LiveId" clId="{36B7137B-36C1-F949-847F-ECFBFA74D41D}" dt="2024-05-18T02:47:47.902" v="3001" actId="2696"/>
        <pc:sldMkLst>
          <pc:docMk/>
          <pc:sldMk cId="2048597757" sldId="2741"/>
        </pc:sldMkLst>
      </pc:sldChg>
      <pc:sldChg chg="new del">
        <pc:chgData name="佩倫 吳" userId="603067e5563c3615" providerId="LiveId" clId="{36B7137B-36C1-F949-847F-ECFBFA74D41D}" dt="2024-05-03T15:39:24.639" v="2505" actId="2696"/>
        <pc:sldMkLst>
          <pc:docMk/>
          <pc:sldMk cId="2620996608" sldId="2742"/>
        </pc:sldMkLst>
      </pc:sldChg>
      <pc:sldChg chg="modSp add del mod">
        <pc:chgData name="佩倫 吳" userId="603067e5563c3615" providerId="LiveId" clId="{36B7137B-36C1-F949-847F-ECFBFA74D41D}" dt="2024-05-18T02:47:47.915" v="3013" actId="2696"/>
        <pc:sldMkLst>
          <pc:docMk/>
          <pc:sldMk cId="622325439" sldId="2743"/>
        </pc:sldMkLst>
      </pc:sldChg>
      <pc:sldChg chg="new del">
        <pc:chgData name="佩倫 吳" userId="603067e5563c3615" providerId="LiveId" clId="{36B7137B-36C1-F949-847F-ECFBFA74D41D}" dt="2024-05-03T15:39:42.346" v="2513" actId="2696"/>
        <pc:sldMkLst>
          <pc:docMk/>
          <pc:sldMk cId="1922419700" sldId="2744"/>
        </pc:sldMkLst>
      </pc:sldChg>
      <pc:sldChg chg="modSp add del mod">
        <pc:chgData name="佩倫 吳" userId="603067e5563c3615" providerId="LiveId" clId="{36B7137B-36C1-F949-847F-ECFBFA74D41D}" dt="2024-05-18T02:47:47.944" v="3038" actId="2696"/>
        <pc:sldMkLst>
          <pc:docMk/>
          <pc:sldMk cId="2073119173" sldId="2745"/>
        </pc:sldMkLst>
      </pc:sldChg>
      <pc:sldChg chg="modSp add del mod">
        <pc:chgData name="佩倫 吳" userId="603067e5563c3615" providerId="LiveId" clId="{36B7137B-36C1-F949-847F-ECFBFA74D41D}" dt="2024-05-18T02:47:47.933" v="3028" actId="2696"/>
        <pc:sldMkLst>
          <pc:docMk/>
          <pc:sldMk cId="1270749344" sldId="2746"/>
        </pc:sldMkLst>
      </pc:sldChg>
      <pc:sldChg chg="modSp new del mod">
        <pc:chgData name="佩倫 吳" userId="603067e5563c3615" providerId="LiveId" clId="{36B7137B-36C1-F949-847F-ECFBFA74D41D}" dt="2024-05-18T02:47:47.943" v="3036" actId="2696"/>
        <pc:sldMkLst>
          <pc:docMk/>
          <pc:sldMk cId="46164045" sldId="2747"/>
        </pc:sldMkLst>
      </pc:sldChg>
      <pc:sldChg chg="modSp new del mod">
        <pc:chgData name="佩倫 吳" userId="603067e5563c3615" providerId="LiveId" clId="{36B7137B-36C1-F949-847F-ECFBFA74D41D}" dt="2024-05-18T02:47:47.919" v="3018" actId="2696"/>
        <pc:sldMkLst>
          <pc:docMk/>
          <pc:sldMk cId="4023991987" sldId="2748"/>
        </pc:sldMkLst>
      </pc:sldChg>
      <pc:sldChg chg="new del">
        <pc:chgData name="佩倫 吳" userId="603067e5563c3615" providerId="LiveId" clId="{36B7137B-36C1-F949-847F-ECFBFA74D41D}" dt="2024-05-03T15:40:58.689" v="2625" actId="2696"/>
        <pc:sldMkLst>
          <pc:docMk/>
          <pc:sldMk cId="1493543260" sldId="2749"/>
        </pc:sldMkLst>
      </pc:sldChg>
      <pc:sldChg chg="modSp add del mod">
        <pc:chgData name="佩倫 吳" userId="603067e5563c3615" providerId="LiveId" clId="{36B7137B-36C1-F949-847F-ECFBFA74D41D}" dt="2024-05-18T02:47:47.951" v="3049" actId="2696"/>
        <pc:sldMkLst>
          <pc:docMk/>
          <pc:sldMk cId="688179235" sldId="2750"/>
        </pc:sldMkLst>
      </pc:sldChg>
      <pc:sldChg chg="new del">
        <pc:chgData name="佩倫 吳" userId="603067e5563c3615" providerId="LiveId" clId="{36B7137B-36C1-F949-847F-ECFBFA74D41D}" dt="2024-05-03T15:41:09.547" v="2631" actId="2696"/>
        <pc:sldMkLst>
          <pc:docMk/>
          <pc:sldMk cId="3363373462" sldId="2751"/>
        </pc:sldMkLst>
      </pc:sldChg>
      <pc:sldChg chg="modSp add del mod">
        <pc:chgData name="佩倫 吳" userId="603067e5563c3615" providerId="LiveId" clId="{36B7137B-36C1-F949-847F-ECFBFA74D41D}" dt="2024-05-18T02:47:47.934" v="3030" actId="2696"/>
        <pc:sldMkLst>
          <pc:docMk/>
          <pc:sldMk cId="523051284" sldId="2752"/>
        </pc:sldMkLst>
      </pc:sldChg>
      <pc:sldChg chg="new del">
        <pc:chgData name="佩倫 吳" userId="603067e5563c3615" providerId="LiveId" clId="{36B7137B-36C1-F949-847F-ECFBFA74D41D}" dt="2024-05-03T15:41:17.100" v="2637" actId="2696"/>
        <pc:sldMkLst>
          <pc:docMk/>
          <pc:sldMk cId="1954638442" sldId="2753"/>
        </pc:sldMkLst>
      </pc:sldChg>
      <pc:sldChg chg="modSp add del mod">
        <pc:chgData name="佩倫 吳" userId="603067e5563c3615" providerId="LiveId" clId="{36B7137B-36C1-F949-847F-ECFBFA74D41D}" dt="2024-05-18T02:47:47.922" v="3022" actId="2696"/>
        <pc:sldMkLst>
          <pc:docMk/>
          <pc:sldMk cId="2312795565" sldId="2754"/>
        </pc:sldMkLst>
      </pc:sldChg>
      <pc:sldChg chg="modSp new del mod">
        <pc:chgData name="佩倫 吳" userId="603067e5563c3615" providerId="LiveId" clId="{36B7137B-36C1-F949-847F-ECFBFA74D41D}" dt="2024-05-18T02:47:47.931" v="3026" actId="2696"/>
        <pc:sldMkLst>
          <pc:docMk/>
          <pc:sldMk cId="4193755152" sldId="2755"/>
        </pc:sldMkLst>
      </pc:sldChg>
      <pc:sldChg chg="modSp new del mod">
        <pc:chgData name="佩倫 吳" userId="603067e5563c3615" providerId="LiveId" clId="{36B7137B-36C1-F949-847F-ECFBFA74D41D}" dt="2024-05-18T02:47:47.921" v="3021" actId="2696"/>
        <pc:sldMkLst>
          <pc:docMk/>
          <pc:sldMk cId="312839743" sldId="2756"/>
        </pc:sldMkLst>
      </pc:sldChg>
      <pc:sldChg chg="modSp add del mod">
        <pc:chgData name="佩倫 吳" userId="603067e5563c3615" providerId="LiveId" clId="{36B7137B-36C1-F949-847F-ECFBFA74D41D}" dt="2024-05-18T02:47:47.949" v="3045" actId="2696"/>
        <pc:sldMkLst>
          <pc:docMk/>
          <pc:sldMk cId="1354420392" sldId="2757"/>
        </pc:sldMkLst>
      </pc:sldChg>
      <pc:sldChg chg="new del">
        <pc:chgData name="佩倫 吳" userId="603067e5563c3615" providerId="LiveId" clId="{36B7137B-36C1-F949-847F-ECFBFA74D41D}" dt="2024-05-03T15:41:57.603" v="2658" actId="2696"/>
        <pc:sldMkLst>
          <pc:docMk/>
          <pc:sldMk cId="2514709568" sldId="2758"/>
        </pc:sldMkLst>
      </pc:sldChg>
      <pc:sldChg chg="addSp delSp modSp new del mod">
        <pc:chgData name="佩倫 吳" userId="603067e5563c3615" providerId="LiveId" clId="{36B7137B-36C1-F949-847F-ECFBFA74D41D}" dt="2024-05-18T02:47:47.931" v="3025" actId="2696"/>
        <pc:sldMkLst>
          <pc:docMk/>
          <pc:sldMk cId="2852759217" sldId="2758"/>
        </pc:sldMkLst>
      </pc:sldChg>
      <pc:sldChg chg="modSp add del mod">
        <pc:chgData name="佩倫 吳" userId="603067e5563c3615" providerId="LiveId" clId="{36B7137B-36C1-F949-847F-ECFBFA74D41D}" dt="2024-05-03T15:42:28.034" v="2675" actId="2696"/>
        <pc:sldMkLst>
          <pc:docMk/>
          <pc:sldMk cId="1140786983" sldId="2759"/>
        </pc:sldMkLst>
      </pc:sldChg>
      <pc:sldChg chg="modSp add del mod">
        <pc:chgData name="佩倫 吳" userId="603067e5563c3615" providerId="LiveId" clId="{36B7137B-36C1-F949-847F-ECFBFA74D41D}" dt="2024-05-18T02:47:47.951" v="3050" actId="2696"/>
        <pc:sldMkLst>
          <pc:docMk/>
          <pc:sldMk cId="2732676928" sldId="2759"/>
        </pc:sldMkLst>
      </pc:sldChg>
      <pc:sldChg chg="addSp delSp modSp new del mod">
        <pc:chgData name="佩倫 吳" userId="603067e5563c3615" providerId="LiveId" clId="{36B7137B-36C1-F949-847F-ECFBFA74D41D}" dt="2024-05-03T15:45:48.823" v="2928" actId="2696"/>
        <pc:sldMkLst>
          <pc:docMk/>
          <pc:sldMk cId="2462024736" sldId="2760"/>
        </pc:sldMkLst>
      </pc:sldChg>
      <pc:sldChg chg="new del">
        <pc:chgData name="佩倫 吳" userId="603067e5563c3615" providerId="LiveId" clId="{36B7137B-36C1-F949-847F-ECFBFA74D41D}" dt="2024-05-03T15:42:17.169" v="2669" actId="680"/>
        <pc:sldMkLst>
          <pc:docMk/>
          <pc:sldMk cId="2552289115" sldId="2760"/>
        </pc:sldMkLst>
      </pc:sldChg>
      <pc:sldChg chg="modSp add del mod">
        <pc:chgData name="佩倫 吳" userId="603067e5563c3615" providerId="LiveId" clId="{36B7137B-36C1-F949-847F-ECFBFA74D41D}" dt="2024-05-18T02:47:47.914" v="3012" actId="2696"/>
        <pc:sldMkLst>
          <pc:docMk/>
          <pc:sldMk cId="875671000" sldId="2761"/>
        </pc:sldMkLst>
      </pc:sldChg>
      <pc:sldChg chg="modSp new del mod">
        <pc:chgData name="佩倫 吳" userId="603067e5563c3615" providerId="LiveId" clId="{36B7137B-36C1-F949-847F-ECFBFA74D41D}" dt="2024-05-18T02:47:47.950" v="3048" actId="2696"/>
        <pc:sldMkLst>
          <pc:docMk/>
          <pc:sldMk cId="3140769409" sldId="2762"/>
        </pc:sldMkLst>
      </pc:sldChg>
      <pc:sldChg chg="modSp add del mod">
        <pc:chgData name="佩倫 吳" userId="603067e5563c3615" providerId="LiveId" clId="{36B7137B-36C1-F949-847F-ECFBFA74D41D}" dt="2024-05-03T15:45:10.187" v="2903" actId="2696"/>
        <pc:sldMkLst>
          <pc:docMk/>
          <pc:sldMk cId="46548605" sldId="2763"/>
        </pc:sldMkLst>
      </pc:sldChg>
      <pc:sldChg chg="modSp new mod">
        <pc:chgData name="佩倫 吳" userId="603067e5563c3615" providerId="LiveId" clId="{36B7137B-36C1-F949-847F-ECFBFA74D41D}" dt="2024-05-18T02:46:48.942" v="2958" actId="179"/>
        <pc:sldMkLst>
          <pc:docMk/>
          <pc:sldMk cId="2938637010" sldId="2763"/>
        </pc:sldMkLst>
      </pc:sldChg>
      <pc:sldChg chg="add del">
        <pc:chgData name="佩倫 吳" userId="603067e5563c3615" providerId="LiveId" clId="{36B7137B-36C1-F949-847F-ECFBFA74D41D}" dt="2024-05-03T15:44:45.935" v="2892" actId="2696"/>
        <pc:sldMkLst>
          <pc:docMk/>
          <pc:sldMk cId="2930242623" sldId="2764"/>
        </pc:sldMkLst>
      </pc:sldChg>
      <pc:sldChg chg="modSp add mod">
        <pc:chgData name="佩倫 吳" userId="603067e5563c3615" providerId="LiveId" clId="{36B7137B-36C1-F949-847F-ECFBFA74D41D}" dt="2024-05-18T02:47:05.743" v="2967" actId="179"/>
        <pc:sldMkLst>
          <pc:docMk/>
          <pc:sldMk cId="4167679510" sldId="2764"/>
        </pc:sldMkLst>
      </pc:sldChg>
      <pc:sldChg chg="modSp new mod">
        <pc:chgData name="佩倫 吳" userId="603067e5563c3615" providerId="LiveId" clId="{36B7137B-36C1-F949-847F-ECFBFA74D41D}" dt="2024-05-18T02:47:32.746" v="2993" actId="179"/>
        <pc:sldMkLst>
          <pc:docMk/>
          <pc:sldMk cId="2883166377" sldId="2765"/>
        </pc:sldMkLst>
      </pc:sldChg>
      <pc:sldChg chg="modSp add mod">
        <pc:chgData name="佩倫 吳" userId="603067e5563c3615" providerId="LiveId" clId="{36B7137B-36C1-F949-847F-ECFBFA74D41D}" dt="2024-05-18T02:47:42.459" v="2999" actId="179"/>
        <pc:sldMkLst>
          <pc:docMk/>
          <pc:sldMk cId="661375552" sldId="2766"/>
        </pc:sldMkLst>
      </pc:sldChg>
      <pc:sldChg chg="new del">
        <pc:chgData name="佩倫 吳" userId="603067e5563c3615" providerId="LiveId" clId="{36B7137B-36C1-F949-847F-ECFBFA74D41D}" dt="2024-05-18T02:48:05.306" v="3064" actId="2696"/>
        <pc:sldMkLst>
          <pc:docMk/>
          <pc:sldMk cId="2836107027" sldId="2767"/>
        </pc:sldMkLst>
      </pc:sldChg>
      <pc:sldChg chg="modSp new mod">
        <pc:chgData name="佩倫 吳" userId="603067e5563c3615" providerId="LiveId" clId="{36B7137B-36C1-F949-847F-ECFBFA74D41D}" dt="2024-05-18T02:48:04.244" v="3063" actId="122"/>
        <pc:sldMkLst>
          <pc:docMk/>
          <pc:sldMk cId="2694299142" sldId="2768"/>
        </pc:sldMkLst>
      </pc:sldChg>
      <pc:sldChg chg="modSp add mod">
        <pc:chgData name="佩倫 吳" userId="603067e5563c3615" providerId="LiveId" clId="{36B7137B-36C1-F949-847F-ECFBFA74D41D}" dt="2024-05-18T02:48:12.771" v="3068"/>
        <pc:sldMkLst>
          <pc:docMk/>
          <pc:sldMk cId="4051410278" sldId="2769"/>
        </pc:sldMkLst>
      </pc:sldChg>
      <pc:sldChg chg="modSp new del mod">
        <pc:chgData name="佩倫 吳" userId="603067e5563c3615" providerId="LiveId" clId="{36B7137B-36C1-F949-847F-ECFBFA74D41D}" dt="2024-05-18T02:48:29.563" v="3073" actId="2696"/>
        <pc:sldMkLst>
          <pc:docMk/>
          <pc:sldMk cId="234014886" sldId="2770"/>
        </pc:sldMkLst>
      </pc:sldChg>
      <pc:sldChg chg="modSp add mod">
        <pc:chgData name="佩倫 吳" userId="603067e5563c3615" providerId="LiveId" clId="{36B7137B-36C1-F949-847F-ECFBFA74D41D}" dt="2024-05-18T02:48:32.237" v="3077" actId="20577"/>
        <pc:sldMkLst>
          <pc:docMk/>
          <pc:sldMk cId="2757387774" sldId="2771"/>
        </pc:sldMkLst>
      </pc:sldChg>
      <pc:sldChg chg="modSp add mod">
        <pc:chgData name="佩倫 吳" userId="603067e5563c3615" providerId="LiveId" clId="{36B7137B-36C1-F949-847F-ECFBFA74D41D}" dt="2024-05-18T02:48:35.706" v="3078"/>
        <pc:sldMkLst>
          <pc:docMk/>
          <pc:sldMk cId="4189852211" sldId="2772"/>
        </pc:sldMkLst>
      </pc:sldChg>
      <pc:sldChg chg="modSp new del mod">
        <pc:chgData name="佩倫 吳" userId="603067e5563c3615" providerId="LiveId" clId="{36B7137B-36C1-F949-847F-ECFBFA74D41D}" dt="2024-05-18T02:49:03.706" v="3085" actId="2696"/>
        <pc:sldMkLst>
          <pc:docMk/>
          <pc:sldMk cId="3675913577" sldId="2773"/>
        </pc:sldMkLst>
      </pc:sldChg>
      <pc:sldChg chg="modSp new mod">
        <pc:chgData name="佩倫 吳" userId="603067e5563c3615" providerId="LiveId" clId="{36B7137B-36C1-F949-847F-ECFBFA74D41D}" dt="2024-05-18T02:49:33.713" v="3138" actId="179"/>
        <pc:sldMkLst>
          <pc:docMk/>
          <pc:sldMk cId="2184306162" sldId="2774"/>
        </pc:sldMkLst>
      </pc:sldChg>
      <pc:sldChg chg="modSp add del mod">
        <pc:chgData name="佩倫 吳" userId="603067e5563c3615" providerId="LiveId" clId="{36B7137B-36C1-F949-847F-ECFBFA74D41D}" dt="2024-05-18T02:49:55.290" v="3149" actId="2696"/>
        <pc:sldMkLst>
          <pc:docMk/>
          <pc:sldMk cId="3283163734" sldId="2775"/>
        </pc:sldMkLst>
      </pc:sldChg>
      <pc:sldChg chg="add">
        <pc:chgData name="佩倫 吳" userId="603067e5563c3615" providerId="LiveId" clId="{36B7137B-36C1-F949-847F-ECFBFA74D41D}" dt="2024-05-18T02:49:56.894" v="3151"/>
        <pc:sldMkLst>
          <pc:docMk/>
          <pc:sldMk cId="3928806909" sldId="2775"/>
        </pc:sldMkLst>
      </pc:sldChg>
      <pc:sldChg chg="modSp new mod">
        <pc:chgData name="佩倫 吳" userId="603067e5563c3615" providerId="LiveId" clId="{36B7137B-36C1-F949-847F-ECFBFA74D41D}" dt="2024-05-18T02:49:50.111" v="3147" actId="122"/>
        <pc:sldMkLst>
          <pc:docMk/>
          <pc:sldMk cId="76424289" sldId="2776"/>
        </pc:sldMkLst>
      </pc:sldChg>
      <pc:sldChg chg="modSp new mod">
        <pc:chgData name="佩倫 吳" userId="603067e5563c3615" providerId="LiveId" clId="{36B7137B-36C1-F949-847F-ECFBFA74D41D}" dt="2024-05-18T02:50:24.795" v="3190" actId="179"/>
        <pc:sldMkLst>
          <pc:docMk/>
          <pc:sldMk cId="862321743" sldId="2777"/>
        </pc:sldMkLst>
      </pc:sldChg>
      <pc:sldChg chg="new del">
        <pc:chgData name="佩倫 吳" userId="603067e5563c3615" providerId="LiveId" clId="{36B7137B-36C1-F949-847F-ECFBFA74D41D}" dt="2024-05-18T02:49:57.739" v="3152" actId="2696"/>
        <pc:sldMkLst>
          <pc:docMk/>
          <pc:sldMk cId="684735154" sldId="2778"/>
        </pc:sldMkLst>
      </pc:sldChg>
      <pc:sldChg chg="modSp new mod">
        <pc:chgData name="佩倫 吳" userId="603067e5563c3615" providerId="LiveId" clId="{36B7137B-36C1-F949-847F-ECFBFA74D41D}" dt="2024-05-18T02:51:18.281" v="3211" actId="179"/>
        <pc:sldMkLst>
          <pc:docMk/>
          <pc:sldMk cId="1702805859" sldId="2778"/>
        </pc:sldMkLst>
      </pc:sldChg>
      <pc:sldChg chg="modSp new mod">
        <pc:chgData name="佩倫 吳" userId="603067e5563c3615" providerId="LiveId" clId="{36B7137B-36C1-F949-847F-ECFBFA74D41D}" dt="2024-05-18T02:51:40.298" v="3227" actId="179"/>
        <pc:sldMkLst>
          <pc:docMk/>
          <pc:sldMk cId="2867545726" sldId="2779"/>
        </pc:sldMkLst>
      </pc:sldChg>
      <pc:sldChg chg="modSp new mod">
        <pc:chgData name="佩倫 吳" userId="603067e5563c3615" providerId="LiveId" clId="{36B7137B-36C1-F949-847F-ECFBFA74D41D}" dt="2024-05-18T02:52:01.548" v="3244" actId="179"/>
        <pc:sldMkLst>
          <pc:docMk/>
          <pc:sldMk cId="904076848" sldId="2780"/>
        </pc:sldMkLst>
      </pc:sldChg>
      <pc:sldChg chg="modSp new mod">
        <pc:chgData name="佩倫 吳" userId="603067e5563c3615" providerId="LiveId" clId="{36B7137B-36C1-F949-847F-ECFBFA74D41D}" dt="2024-05-18T02:52:55.186" v="3317" actId="255"/>
        <pc:sldMkLst>
          <pc:docMk/>
          <pc:sldMk cId="1255923256" sldId="2781"/>
        </pc:sldMkLst>
      </pc:sldChg>
      <pc:sldChg chg="modSp new mod">
        <pc:chgData name="佩倫 吳" userId="603067e5563c3615" providerId="LiveId" clId="{36B7137B-36C1-F949-847F-ECFBFA74D41D}" dt="2024-05-18T02:53:18.599" v="3329" actId="179"/>
        <pc:sldMkLst>
          <pc:docMk/>
          <pc:sldMk cId="2077381231" sldId="2782"/>
        </pc:sldMkLst>
      </pc:sldChg>
      <pc:sldChg chg="modSp add mod">
        <pc:chgData name="佩倫 吳" userId="603067e5563c3615" providerId="LiveId" clId="{36B7137B-36C1-F949-847F-ECFBFA74D41D}" dt="2024-05-18T02:53:33.094" v="3339" actId="179"/>
        <pc:sldMkLst>
          <pc:docMk/>
          <pc:sldMk cId="238640172" sldId="2783"/>
        </pc:sldMkLst>
      </pc:sldChg>
      <pc:sldChg chg="modSp new mod">
        <pc:chgData name="佩倫 吳" userId="603067e5563c3615" providerId="LiveId" clId="{36B7137B-36C1-F949-847F-ECFBFA74D41D}" dt="2024-05-18T02:54:34.490" v="3378" actId="20577"/>
        <pc:sldMkLst>
          <pc:docMk/>
          <pc:sldMk cId="2207982899" sldId="2784"/>
        </pc:sldMkLst>
      </pc:sldChg>
      <pc:sldChg chg="modSp new mod">
        <pc:chgData name="佩倫 吳" userId="603067e5563c3615" providerId="LiveId" clId="{36B7137B-36C1-F949-847F-ECFBFA74D41D}" dt="2024-05-18T02:55:24.985" v="3445" actId="179"/>
        <pc:sldMkLst>
          <pc:docMk/>
          <pc:sldMk cId="2375370731" sldId="2785"/>
        </pc:sldMkLst>
      </pc:sldChg>
      <pc:sldChg chg="modSp add mod">
        <pc:chgData name="佩倫 吳" userId="603067e5563c3615" providerId="LiveId" clId="{36B7137B-36C1-F949-847F-ECFBFA74D41D}" dt="2024-05-18T02:54:00.408" v="3352"/>
        <pc:sldMkLst>
          <pc:docMk/>
          <pc:sldMk cId="3704267400" sldId="2786"/>
        </pc:sldMkLst>
      </pc:sldChg>
      <pc:sldChg chg="modSp add mod">
        <pc:chgData name="佩倫 吳" userId="603067e5563c3615" providerId="LiveId" clId="{36B7137B-36C1-F949-847F-ECFBFA74D41D}" dt="2024-05-18T02:55:36.636" v="3453" actId="179"/>
        <pc:sldMkLst>
          <pc:docMk/>
          <pc:sldMk cId="2128255323" sldId="2787"/>
        </pc:sldMkLst>
      </pc:sldChg>
      <pc:sldChg chg="modSp add mod">
        <pc:chgData name="佩倫 吳" userId="603067e5563c3615" providerId="LiveId" clId="{36B7137B-36C1-F949-847F-ECFBFA74D41D}" dt="2024-05-18T02:55:42.402" v="3458" actId="179"/>
        <pc:sldMkLst>
          <pc:docMk/>
          <pc:sldMk cId="3736915214" sldId="2788"/>
        </pc:sldMkLst>
      </pc:sldChg>
      <pc:sldChg chg="modSp new mod">
        <pc:chgData name="佩倫 吳" userId="603067e5563c3615" providerId="LiveId" clId="{36B7137B-36C1-F949-847F-ECFBFA74D41D}" dt="2024-05-18T02:56:22.637" v="3501" actId="179"/>
        <pc:sldMkLst>
          <pc:docMk/>
          <pc:sldMk cId="149330842" sldId="2789"/>
        </pc:sldMkLst>
      </pc:sldChg>
      <pc:sldChg chg="new del">
        <pc:chgData name="佩倫 吳" userId="603067e5563c3615" providerId="LiveId" clId="{36B7137B-36C1-F949-847F-ECFBFA74D41D}" dt="2024-05-18T02:56:35.005" v="3504" actId="2696"/>
        <pc:sldMkLst>
          <pc:docMk/>
          <pc:sldMk cId="1870464891" sldId="2790"/>
        </pc:sldMkLst>
      </pc:sldChg>
      <pc:sldChg chg="modSp add mod">
        <pc:chgData name="佩倫 吳" userId="603067e5563c3615" providerId="LiveId" clId="{36B7137B-36C1-F949-847F-ECFBFA74D41D}" dt="2024-05-18T02:56:42.613" v="3507"/>
        <pc:sldMkLst>
          <pc:docMk/>
          <pc:sldMk cId="2431374967" sldId="2791"/>
        </pc:sldMkLst>
      </pc:sldChg>
      <pc:sldChg chg="modSp new mod">
        <pc:chgData name="佩倫 吳" userId="603067e5563c3615" providerId="LiveId" clId="{36B7137B-36C1-F949-847F-ECFBFA74D41D}" dt="2024-05-18T02:56:59.771" v="3542" actId="179"/>
        <pc:sldMkLst>
          <pc:docMk/>
          <pc:sldMk cId="2566624084" sldId="2792"/>
        </pc:sldMkLst>
      </pc:sldChg>
      <pc:sldChg chg="modSp new mod">
        <pc:chgData name="佩倫 吳" userId="603067e5563c3615" providerId="LiveId" clId="{36B7137B-36C1-F949-847F-ECFBFA74D41D}" dt="2024-05-18T02:57:47.038" v="3617" actId="179"/>
        <pc:sldMkLst>
          <pc:docMk/>
          <pc:sldMk cId="1279777220" sldId="2793"/>
        </pc:sldMkLst>
      </pc:sldChg>
      <pc:sldChg chg="modSp add mod">
        <pc:chgData name="佩倫 吳" userId="603067e5563c3615" providerId="LiveId" clId="{36B7137B-36C1-F949-847F-ECFBFA74D41D}" dt="2024-05-18T02:57:38.238" v="3614" actId="179"/>
        <pc:sldMkLst>
          <pc:docMk/>
          <pc:sldMk cId="2406020872" sldId="2794"/>
        </pc:sldMkLst>
      </pc:sldChg>
      <pc:sldChg chg="modSp new mod">
        <pc:chgData name="佩倫 吳" userId="603067e5563c3615" providerId="LiveId" clId="{36B7137B-36C1-F949-847F-ECFBFA74D41D}" dt="2024-05-18T02:58:27.958" v="3678" actId="207"/>
        <pc:sldMkLst>
          <pc:docMk/>
          <pc:sldMk cId="4161946922" sldId="2795"/>
        </pc:sldMkLst>
      </pc:sldChg>
      <pc:sldChg chg="modSp new mod">
        <pc:chgData name="佩倫 吳" userId="603067e5563c3615" providerId="LiveId" clId="{36B7137B-36C1-F949-847F-ECFBFA74D41D}" dt="2024-05-18T02:58:43.369" v="3685" actId="122"/>
        <pc:sldMkLst>
          <pc:docMk/>
          <pc:sldMk cId="3528714067" sldId="2796"/>
        </pc:sldMkLst>
      </pc:sldChg>
      <pc:sldChg chg="modSp add mod">
        <pc:chgData name="佩倫 吳" userId="603067e5563c3615" providerId="LiveId" clId="{36B7137B-36C1-F949-847F-ECFBFA74D41D}" dt="2024-05-18T03:00:27.485" v="3816"/>
        <pc:sldMkLst>
          <pc:docMk/>
          <pc:sldMk cId="416797465" sldId="2797"/>
        </pc:sldMkLst>
      </pc:sldChg>
      <pc:sldChg chg="modSp new mod">
        <pc:chgData name="佩倫 吳" userId="603067e5563c3615" providerId="LiveId" clId="{36B7137B-36C1-F949-847F-ECFBFA74D41D}" dt="2024-05-18T02:59:41.508" v="3759" actId="179"/>
        <pc:sldMkLst>
          <pc:docMk/>
          <pc:sldMk cId="2815923732" sldId="2798"/>
        </pc:sldMkLst>
      </pc:sldChg>
      <pc:sldChg chg="modSp add mod">
        <pc:chgData name="佩倫 吳" userId="603067e5563c3615" providerId="LiveId" clId="{36B7137B-36C1-F949-847F-ECFBFA74D41D}" dt="2024-05-18T02:59:25.557" v="3747" actId="179"/>
        <pc:sldMkLst>
          <pc:docMk/>
          <pc:sldMk cId="1273159298" sldId="2799"/>
        </pc:sldMkLst>
      </pc:sldChg>
      <pc:sldChg chg="modSp new mod">
        <pc:chgData name="佩倫 吳" userId="603067e5563c3615" providerId="LiveId" clId="{36B7137B-36C1-F949-847F-ECFBFA74D41D}" dt="2024-05-18T03:03:03.443" v="3898" actId="179"/>
        <pc:sldMkLst>
          <pc:docMk/>
          <pc:sldMk cId="2455764745" sldId="2800"/>
        </pc:sldMkLst>
      </pc:sldChg>
      <pc:sldChg chg="modSp new mod">
        <pc:chgData name="佩倫 吳" userId="603067e5563c3615" providerId="LiveId" clId="{36B7137B-36C1-F949-847F-ECFBFA74D41D}" dt="2024-05-18T03:02:33.160" v="3856" actId="179"/>
        <pc:sldMkLst>
          <pc:docMk/>
          <pc:sldMk cId="2085213138" sldId="2801"/>
        </pc:sldMkLst>
      </pc:sldChg>
      <pc:sldChg chg="modSp new del mod">
        <pc:chgData name="佩倫 吳" userId="603067e5563c3615" providerId="LiveId" clId="{36B7137B-36C1-F949-847F-ECFBFA74D41D}" dt="2024-05-18T03:02:45.134" v="3889" actId="2696"/>
        <pc:sldMkLst>
          <pc:docMk/>
          <pc:sldMk cId="1149621037" sldId="2802"/>
        </pc:sldMkLst>
      </pc:sldChg>
      <pc:sldChg chg="modSp add mod">
        <pc:chgData name="佩倫 吳" userId="603067e5563c3615" providerId="LiveId" clId="{36B7137B-36C1-F949-847F-ECFBFA74D41D}" dt="2024-05-18T03:02:56.180" v="3896" actId="20577"/>
        <pc:sldMkLst>
          <pc:docMk/>
          <pc:sldMk cId="867916660" sldId="2803"/>
        </pc:sldMkLst>
      </pc:sldChg>
    </pc:docChg>
  </pc:docChgLst>
  <pc:docChgLst>
    <pc:chgData name="佩倫 吳" userId="603067e5563c3615" providerId="LiveId" clId="{166E4790-D8CB-FC46-9844-CE6144B16186}"/>
    <pc:docChg chg="undo custSel addSld delSld modSld">
      <pc:chgData name="佩倫 吳" userId="603067e5563c3615" providerId="LiveId" clId="{166E4790-D8CB-FC46-9844-CE6144B16186}" dt="2024-12-13T14:20:55.286" v="554" actId="179"/>
      <pc:docMkLst>
        <pc:docMk/>
      </pc:docMkLst>
      <pc:sldChg chg="modSp mod">
        <pc:chgData name="佩倫 吳" userId="603067e5563c3615" providerId="LiveId" clId="{166E4790-D8CB-FC46-9844-CE6144B16186}" dt="2024-12-13T12:45:50.910" v="68" actId="20577"/>
        <pc:sldMkLst>
          <pc:docMk/>
          <pc:sldMk cId="1388116533" sldId="523"/>
        </pc:sldMkLst>
      </pc:sldChg>
      <pc:sldChg chg="del">
        <pc:chgData name="佩倫 吳" userId="603067e5563c3615" providerId="LiveId" clId="{166E4790-D8CB-FC46-9844-CE6144B16186}" dt="2024-12-13T12:45:15.602" v="3" actId="2696"/>
        <pc:sldMkLst>
          <pc:docMk/>
          <pc:sldMk cId="2115780076" sldId="2916"/>
        </pc:sldMkLst>
      </pc:sldChg>
      <pc:sldChg chg="del">
        <pc:chgData name="佩倫 吳" userId="603067e5563c3615" providerId="LiveId" clId="{166E4790-D8CB-FC46-9844-CE6144B16186}" dt="2024-12-13T12:45:20.046" v="4" actId="2696"/>
        <pc:sldMkLst>
          <pc:docMk/>
          <pc:sldMk cId="2262608856" sldId="2917"/>
        </pc:sldMkLst>
      </pc:sldChg>
      <pc:sldChg chg="del">
        <pc:chgData name="佩倫 吳" userId="603067e5563c3615" providerId="LiveId" clId="{166E4790-D8CB-FC46-9844-CE6144B16186}" dt="2024-12-13T12:45:14.520" v="1" actId="2696"/>
        <pc:sldMkLst>
          <pc:docMk/>
          <pc:sldMk cId="4013738805" sldId="2918"/>
        </pc:sldMkLst>
      </pc:sldChg>
      <pc:sldChg chg="del">
        <pc:chgData name="佩倫 吳" userId="603067e5563c3615" providerId="LiveId" clId="{166E4790-D8CB-FC46-9844-CE6144B16186}" dt="2024-12-13T12:45:14.933" v="2" actId="2696"/>
        <pc:sldMkLst>
          <pc:docMk/>
          <pc:sldMk cId="1777453391" sldId="2919"/>
        </pc:sldMkLst>
      </pc:sldChg>
      <pc:sldChg chg="del">
        <pc:chgData name="佩倫 吳" userId="603067e5563c3615" providerId="LiveId" clId="{166E4790-D8CB-FC46-9844-CE6144B16186}" dt="2024-12-13T12:45:20.085" v="42" actId="2696"/>
        <pc:sldMkLst>
          <pc:docMk/>
          <pc:sldMk cId="3459259994" sldId="2921"/>
        </pc:sldMkLst>
      </pc:sldChg>
      <pc:sldChg chg="del">
        <pc:chgData name="佩倫 吳" userId="603067e5563c3615" providerId="LiveId" clId="{166E4790-D8CB-FC46-9844-CE6144B16186}" dt="2024-12-13T12:45:20.062" v="19" actId="2696"/>
        <pc:sldMkLst>
          <pc:docMk/>
          <pc:sldMk cId="3635756566" sldId="2922"/>
        </pc:sldMkLst>
      </pc:sldChg>
      <pc:sldChg chg="del">
        <pc:chgData name="佩倫 吳" userId="603067e5563c3615" providerId="LiveId" clId="{166E4790-D8CB-FC46-9844-CE6144B16186}" dt="2024-12-13T12:45:20.092" v="47" actId="2696"/>
        <pc:sldMkLst>
          <pc:docMk/>
          <pc:sldMk cId="3036496603" sldId="2923"/>
        </pc:sldMkLst>
      </pc:sldChg>
      <pc:sldChg chg="del">
        <pc:chgData name="佩倫 吳" userId="603067e5563c3615" providerId="LiveId" clId="{166E4790-D8CB-FC46-9844-CE6144B16186}" dt="2024-12-13T12:45:20.059" v="15" actId="2696"/>
        <pc:sldMkLst>
          <pc:docMk/>
          <pc:sldMk cId="2505855309" sldId="2924"/>
        </pc:sldMkLst>
      </pc:sldChg>
      <pc:sldChg chg="del">
        <pc:chgData name="佩倫 吳" userId="603067e5563c3615" providerId="LiveId" clId="{166E4790-D8CB-FC46-9844-CE6144B16186}" dt="2024-12-13T12:45:20.057" v="13" actId="2696"/>
        <pc:sldMkLst>
          <pc:docMk/>
          <pc:sldMk cId="2476504817" sldId="2925"/>
        </pc:sldMkLst>
      </pc:sldChg>
      <pc:sldChg chg="del">
        <pc:chgData name="佩倫 吳" userId="603067e5563c3615" providerId="LiveId" clId="{166E4790-D8CB-FC46-9844-CE6144B16186}" dt="2024-12-13T12:45:20.050" v="7" actId="2696"/>
        <pc:sldMkLst>
          <pc:docMk/>
          <pc:sldMk cId="1619620187" sldId="2926"/>
        </pc:sldMkLst>
      </pc:sldChg>
      <pc:sldChg chg="del">
        <pc:chgData name="佩倫 吳" userId="603067e5563c3615" providerId="LiveId" clId="{166E4790-D8CB-FC46-9844-CE6144B16186}" dt="2024-12-13T12:45:20.063" v="20" actId="2696"/>
        <pc:sldMkLst>
          <pc:docMk/>
          <pc:sldMk cId="3388793353" sldId="2927"/>
        </pc:sldMkLst>
      </pc:sldChg>
      <pc:sldChg chg="del">
        <pc:chgData name="佩倫 吳" userId="603067e5563c3615" providerId="LiveId" clId="{166E4790-D8CB-FC46-9844-CE6144B16186}" dt="2024-12-13T12:45:20.075" v="36" actId="2696"/>
        <pc:sldMkLst>
          <pc:docMk/>
          <pc:sldMk cId="2686546065" sldId="2929"/>
        </pc:sldMkLst>
      </pc:sldChg>
      <pc:sldChg chg="del">
        <pc:chgData name="佩倫 吳" userId="603067e5563c3615" providerId="LiveId" clId="{166E4790-D8CB-FC46-9844-CE6144B16186}" dt="2024-12-13T12:45:20.052" v="8" actId="2696"/>
        <pc:sldMkLst>
          <pc:docMk/>
          <pc:sldMk cId="2456407270" sldId="2930"/>
        </pc:sldMkLst>
      </pc:sldChg>
      <pc:sldChg chg="del">
        <pc:chgData name="佩倫 吳" userId="603067e5563c3615" providerId="LiveId" clId="{166E4790-D8CB-FC46-9844-CE6144B16186}" dt="2024-12-13T12:45:20.058" v="14" actId="2696"/>
        <pc:sldMkLst>
          <pc:docMk/>
          <pc:sldMk cId="2363116249" sldId="2931"/>
        </pc:sldMkLst>
      </pc:sldChg>
      <pc:sldChg chg="del">
        <pc:chgData name="佩倫 吳" userId="603067e5563c3615" providerId="LiveId" clId="{166E4790-D8CB-FC46-9844-CE6144B16186}" dt="2024-12-13T12:45:20.072" v="31" actId="2696"/>
        <pc:sldMkLst>
          <pc:docMk/>
          <pc:sldMk cId="1805727138" sldId="2933"/>
        </pc:sldMkLst>
      </pc:sldChg>
      <pc:sldChg chg="del">
        <pc:chgData name="佩倫 吳" userId="603067e5563c3615" providerId="LiveId" clId="{166E4790-D8CB-FC46-9844-CE6144B16186}" dt="2024-12-13T12:45:20.065" v="22" actId="2696"/>
        <pc:sldMkLst>
          <pc:docMk/>
          <pc:sldMk cId="1944687747" sldId="2934"/>
        </pc:sldMkLst>
      </pc:sldChg>
      <pc:sldChg chg="del">
        <pc:chgData name="佩倫 吳" userId="603067e5563c3615" providerId="LiveId" clId="{166E4790-D8CB-FC46-9844-CE6144B16186}" dt="2024-12-13T12:45:20.064" v="21" actId="2696"/>
        <pc:sldMkLst>
          <pc:docMk/>
          <pc:sldMk cId="1542723062" sldId="2935"/>
        </pc:sldMkLst>
      </pc:sldChg>
      <pc:sldChg chg="del">
        <pc:chgData name="佩倫 吳" userId="603067e5563c3615" providerId="LiveId" clId="{166E4790-D8CB-FC46-9844-CE6144B16186}" dt="2024-12-13T12:45:20.061" v="17" actId="2696"/>
        <pc:sldMkLst>
          <pc:docMk/>
          <pc:sldMk cId="1384133931" sldId="2936"/>
        </pc:sldMkLst>
      </pc:sldChg>
      <pc:sldChg chg="del">
        <pc:chgData name="佩倫 吳" userId="603067e5563c3615" providerId="LiveId" clId="{166E4790-D8CB-FC46-9844-CE6144B16186}" dt="2024-12-13T12:45:20.070" v="29" actId="2696"/>
        <pc:sldMkLst>
          <pc:docMk/>
          <pc:sldMk cId="1031805386" sldId="2938"/>
        </pc:sldMkLst>
      </pc:sldChg>
      <pc:sldChg chg="del">
        <pc:chgData name="佩倫 吳" userId="603067e5563c3615" providerId="LiveId" clId="{166E4790-D8CB-FC46-9844-CE6144B16186}" dt="2024-12-13T12:45:20.076" v="37" actId="2696"/>
        <pc:sldMkLst>
          <pc:docMk/>
          <pc:sldMk cId="1892468834" sldId="2939"/>
        </pc:sldMkLst>
      </pc:sldChg>
      <pc:sldChg chg="del">
        <pc:chgData name="佩倫 吳" userId="603067e5563c3615" providerId="LiveId" clId="{166E4790-D8CB-FC46-9844-CE6144B16186}" dt="2024-12-13T12:45:20.069" v="28" actId="2696"/>
        <pc:sldMkLst>
          <pc:docMk/>
          <pc:sldMk cId="1674024871" sldId="2940"/>
        </pc:sldMkLst>
      </pc:sldChg>
      <pc:sldChg chg="del">
        <pc:chgData name="佩倫 吳" userId="603067e5563c3615" providerId="LiveId" clId="{166E4790-D8CB-FC46-9844-CE6144B16186}" dt="2024-12-13T12:45:20.087" v="46" actId="2696"/>
        <pc:sldMkLst>
          <pc:docMk/>
          <pc:sldMk cId="3672062" sldId="2941"/>
        </pc:sldMkLst>
      </pc:sldChg>
      <pc:sldChg chg="del">
        <pc:chgData name="佩倫 吳" userId="603067e5563c3615" providerId="LiveId" clId="{166E4790-D8CB-FC46-9844-CE6144B16186}" dt="2024-12-13T12:45:20.087" v="45" actId="2696"/>
        <pc:sldMkLst>
          <pc:docMk/>
          <pc:sldMk cId="3109093831" sldId="2942"/>
        </pc:sldMkLst>
      </pc:sldChg>
      <pc:sldChg chg="del">
        <pc:chgData name="佩倫 吳" userId="603067e5563c3615" providerId="LiveId" clId="{166E4790-D8CB-FC46-9844-CE6144B16186}" dt="2024-12-13T12:45:20.066" v="23" actId="2696"/>
        <pc:sldMkLst>
          <pc:docMk/>
          <pc:sldMk cId="3202025233" sldId="2943"/>
        </pc:sldMkLst>
      </pc:sldChg>
      <pc:sldChg chg="del">
        <pc:chgData name="佩倫 吳" userId="603067e5563c3615" providerId="LiveId" clId="{166E4790-D8CB-FC46-9844-CE6144B16186}" dt="2024-12-13T12:45:20.061" v="18" actId="2696"/>
        <pc:sldMkLst>
          <pc:docMk/>
          <pc:sldMk cId="3624131217" sldId="2944"/>
        </pc:sldMkLst>
      </pc:sldChg>
      <pc:sldChg chg="del">
        <pc:chgData name="佩倫 吳" userId="603067e5563c3615" providerId="LiveId" clId="{166E4790-D8CB-FC46-9844-CE6144B16186}" dt="2024-12-13T12:45:20.079" v="41" actId="2696"/>
        <pc:sldMkLst>
          <pc:docMk/>
          <pc:sldMk cId="1280165653" sldId="2945"/>
        </pc:sldMkLst>
      </pc:sldChg>
      <pc:sldChg chg="del">
        <pc:chgData name="佩倫 吳" userId="603067e5563c3615" providerId="LiveId" clId="{166E4790-D8CB-FC46-9844-CE6144B16186}" dt="2024-12-13T12:45:20.049" v="6" actId="2696"/>
        <pc:sldMkLst>
          <pc:docMk/>
          <pc:sldMk cId="1395039933" sldId="2946"/>
        </pc:sldMkLst>
      </pc:sldChg>
      <pc:sldChg chg="del">
        <pc:chgData name="佩倫 吳" userId="603067e5563c3615" providerId="LiveId" clId="{166E4790-D8CB-FC46-9844-CE6144B16186}" dt="2024-12-13T12:45:20.067" v="25" actId="2696"/>
        <pc:sldMkLst>
          <pc:docMk/>
          <pc:sldMk cId="2113918152" sldId="2948"/>
        </pc:sldMkLst>
      </pc:sldChg>
      <pc:sldChg chg="del">
        <pc:chgData name="佩倫 吳" userId="603067e5563c3615" providerId="LiveId" clId="{166E4790-D8CB-FC46-9844-CE6144B16186}" dt="2024-12-13T12:45:20.074" v="35" actId="2696"/>
        <pc:sldMkLst>
          <pc:docMk/>
          <pc:sldMk cId="34065348" sldId="2950"/>
        </pc:sldMkLst>
      </pc:sldChg>
      <pc:sldChg chg="del">
        <pc:chgData name="佩倫 吳" userId="603067e5563c3615" providerId="LiveId" clId="{166E4790-D8CB-FC46-9844-CE6144B16186}" dt="2024-12-13T12:45:20.053" v="9" actId="2696"/>
        <pc:sldMkLst>
          <pc:docMk/>
          <pc:sldMk cId="2153481627" sldId="2951"/>
        </pc:sldMkLst>
      </pc:sldChg>
      <pc:sldChg chg="del">
        <pc:chgData name="佩倫 吳" userId="603067e5563c3615" providerId="LiveId" clId="{166E4790-D8CB-FC46-9844-CE6144B16186}" dt="2024-12-13T12:45:20.086" v="44" actId="2696"/>
        <pc:sldMkLst>
          <pc:docMk/>
          <pc:sldMk cId="2092146679" sldId="2952"/>
        </pc:sldMkLst>
      </pc:sldChg>
      <pc:sldChg chg="del">
        <pc:chgData name="佩倫 吳" userId="603067e5563c3615" providerId="LiveId" clId="{166E4790-D8CB-FC46-9844-CE6144B16186}" dt="2024-12-13T12:45:20.068" v="26" actId="2696"/>
        <pc:sldMkLst>
          <pc:docMk/>
          <pc:sldMk cId="1721062256" sldId="2953"/>
        </pc:sldMkLst>
      </pc:sldChg>
      <pc:sldChg chg="del">
        <pc:chgData name="佩倫 吳" userId="603067e5563c3615" providerId="LiveId" clId="{166E4790-D8CB-FC46-9844-CE6144B16186}" dt="2024-12-13T12:45:20.072" v="32" actId="2696"/>
        <pc:sldMkLst>
          <pc:docMk/>
          <pc:sldMk cId="1470825983" sldId="2954"/>
        </pc:sldMkLst>
      </pc:sldChg>
      <pc:sldChg chg="del">
        <pc:chgData name="佩倫 吳" userId="603067e5563c3615" providerId="LiveId" clId="{166E4790-D8CB-FC46-9844-CE6144B16186}" dt="2024-12-13T12:45:20.060" v="16" actId="2696"/>
        <pc:sldMkLst>
          <pc:docMk/>
          <pc:sldMk cId="1090990361" sldId="2955"/>
        </pc:sldMkLst>
      </pc:sldChg>
      <pc:sldChg chg="del">
        <pc:chgData name="佩倫 吳" userId="603067e5563c3615" providerId="LiveId" clId="{166E4790-D8CB-FC46-9844-CE6144B16186}" dt="2024-12-13T12:45:20.071" v="30" actId="2696"/>
        <pc:sldMkLst>
          <pc:docMk/>
          <pc:sldMk cId="1769366828" sldId="2956"/>
        </pc:sldMkLst>
      </pc:sldChg>
      <pc:sldChg chg="del">
        <pc:chgData name="佩倫 吳" userId="603067e5563c3615" providerId="LiveId" clId="{166E4790-D8CB-FC46-9844-CE6144B16186}" dt="2024-12-13T12:45:20.054" v="10" actId="2696"/>
        <pc:sldMkLst>
          <pc:docMk/>
          <pc:sldMk cId="2952654442" sldId="2957"/>
        </pc:sldMkLst>
      </pc:sldChg>
      <pc:sldChg chg="del">
        <pc:chgData name="佩倫 吳" userId="603067e5563c3615" providerId="LiveId" clId="{166E4790-D8CB-FC46-9844-CE6144B16186}" dt="2024-12-13T12:45:20.055" v="11" actId="2696"/>
        <pc:sldMkLst>
          <pc:docMk/>
          <pc:sldMk cId="3410683312" sldId="2958"/>
        </pc:sldMkLst>
      </pc:sldChg>
      <pc:sldChg chg="del">
        <pc:chgData name="佩倫 吳" userId="603067e5563c3615" providerId="LiveId" clId="{166E4790-D8CB-FC46-9844-CE6144B16186}" dt="2024-12-13T12:45:20.067" v="24" actId="2696"/>
        <pc:sldMkLst>
          <pc:docMk/>
          <pc:sldMk cId="3534858626" sldId="2959"/>
        </pc:sldMkLst>
      </pc:sldChg>
      <pc:sldChg chg="del">
        <pc:chgData name="佩倫 吳" userId="603067e5563c3615" providerId="LiveId" clId="{166E4790-D8CB-FC46-9844-CE6144B16186}" dt="2024-12-13T12:45:20.078" v="39" actId="2696"/>
        <pc:sldMkLst>
          <pc:docMk/>
          <pc:sldMk cId="3255006580" sldId="2960"/>
        </pc:sldMkLst>
      </pc:sldChg>
      <pc:sldChg chg="del">
        <pc:chgData name="佩倫 吳" userId="603067e5563c3615" providerId="LiveId" clId="{166E4790-D8CB-FC46-9844-CE6144B16186}" dt="2024-12-13T12:45:20.048" v="5" actId="2696"/>
        <pc:sldMkLst>
          <pc:docMk/>
          <pc:sldMk cId="3252194782" sldId="2962"/>
        </pc:sldMkLst>
      </pc:sldChg>
      <pc:sldChg chg="del">
        <pc:chgData name="佩倫 吳" userId="603067e5563c3615" providerId="LiveId" clId="{166E4790-D8CB-FC46-9844-CE6144B16186}" dt="2024-12-13T12:45:20.073" v="33" actId="2696"/>
        <pc:sldMkLst>
          <pc:docMk/>
          <pc:sldMk cId="3369192492" sldId="2963"/>
        </pc:sldMkLst>
      </pc:sldChg>
      <pc:sldChg chg="del">
        <pc:chgData name="佩倫 吳" userId="603067e5563c3615" providerId="LiveId" clId="{166E4790-D8CB-FC46-9844-CE6144B16186}" dt="2024-12-13T12:45:20.100" v="48" actId="2696"/>
        <pc:sldMkLst>
          <pc:docMk/>
          <pc:sldMk cId="3166503991" sldId="2964"/>
        </pc:sldMkLst>
      </pc:sldChg>
      <pc:sldChg chg="del">
        <pc:chgData name="佩倫 吳" userId="603067e5563c3615" providerId="LiveId" clId="{166E4790-D8CB-FC46-9844-CE6144B16186}" dt="2024-12-13T12:45:20.078" v="40" actId="2696"/>
        <pc:sldMkLst>
          <pc:docMk/>
          <pc:sldMk cId="1717429104" sldId="2965"/>
        </pc:sldMkLst>
      </pc:sldChg>
      <pc:sldChg chg="del">
        <pc:chgData name="佩倫 吳" userId="603067e5563c3615" providerId="LiveId" clId="{166E4790-D8CB-FC46-9844-CE6144B16186}" dt="2024-12-13T12:45:20.074" v="34" actId="2696"/>
        <pc:sldMkLst>
          <pc:docMk/>
          <pc:sldMk cId="4124387332" sldId="2966"/>
        </pc:sldMkLst>
      </pc:sldChg>
      <pc:sldChg chg="del">
        <pc:chgData name="佩倫 吳" userId="603067e5563c3615" providerId="LiveId" clId="{166E4790-D8CB-FC46-9844-CE6144B16186}" dt="2024-12-13T12:45:20.069" v="27" actId="2696"/>
        <pc:sldMkLst>
          <pc:docMk/>
          <pc:sldMk cId="3404585943" sldId="2967"/>
        </pc:sldMkLst>
      </pc:sldChg>
      <pc:sldChg chg="del">
        <pc:chgData name="佩倫 吳" userId="603067e5563c3615" providerId="LiveId" clId="{166E4790-D8CB-FC46-9844-CE6144B16186}" dt="2024-12-13T12:45:20.077" v="38" actId="2696"/>
        <pc:sldMkLst>
          <pc:docMk/>
          <pc:sldMk cId="4171877644" sldId="2968"/>
        </pc:sldMkLst>
      </pc:sldChg>
      <pc:sldChg chg="del">
        <pc:chgData name="佩倫 吳" userId="603067e5563c3615" providerId="LiveId" clId="{166E4790-D8CB-FC46-9844-CE6144B16186}" dt="2024-12-13T12:45:20.086" v="43" actId="2696"/>
        <pc:sldMkLst>
          <pc:docMk/>
          <pc:sldMk cId="2996432724" sldId="2969"/>
        </pc:sldMkLst>
      </pc:sldChg>
      <pc:sldChg chg="del">
        <pc:chgData name="佩倫 吳" userId="603067e5563c3615" providerId="LiveId" clId="{166E4790-D8CB-FC46-9844-CE6144B16186}" dt="2024-12-13T12:45:20.056" v="12" actId="2696"/>
        <pc:sldMkLst>
          <pc:docMk/>
          <pc:sldMk cId="3786308470" sldId="2970"/>
        </pc:sldMkLst>
      </pc:sldChg>
      <pc:sldChg chg="addSp delSp modSp new add del mod">
        <pc:chgData name="佩倫 吳" userId="603067e5563c3615" providerId="LiveId" clId="{166E4790-D8CB-FC46-9844-CE6144B16186}" dt="2024-12-13T12:50:36.271" v="338" actId="2696"/>
        <pc:sldMkLst>
          <pc:docMk/>
          <pc:sldMk cId="3627257582" sldId="2971"/>
        </pc:sldMkLst>
      </pc:sldChg>
      <pc:sldChg chg="modSp new mod">
        <pc:chgData name="佩倫 吳" userId="603067e5563c3615" providerId="LiveId" clId="{166E4790-D8CB-FC46-9844-CE6144B16186}" dt="2024-12-13T12:46:07.457" v="75" actId="122"/>
        <pc:sldMkLst>
          <pc:docMk/>
          <pc:sldMk cId="2787004418" sldId="2972"/>
        </pc:sldMkLst>
      </pc:sldChg>
      <pc:sldChg chg="modSp new mod">
        <pc:chgData name="佩倫 吳" userId="603067e5563c3615" providerId="LiveId" clId="{166E4790-D8CB-FC46-9844-CE6144B16186}" dt="2024-12-13T12:50:50.229" v="347" actId="179"/>
        <pc:sldMkLst>
          <pc:docMk/>
          <pc:sldMk cId="3602450627" sldId="2973"/>
        </pc:sldMkLst>
      </pc:sldChg>
      <pc:sldChg chg="modSp new mod">
        <pc:chgData name="佩倫 吳" userId="603067e5563c3615" providerId="LiveId" clId="{166E4790-D8CB-FC46-9844-CE6144B16186}" dt="2024-12-13T12:47:53.459" v="158" actId="20577"/>
        <pc:sldMkLst>
          <pc:docMk/>
          <pc:sldMk cId="775078957" sldId="2974"/>
        </pc:sldMkLst>
      </pc:sldChg>
      <pc:sldChg chg="modSp new del mod">
        <pc:chgData name="佩倫 吳" userId="603067e5563c3615" providerId="LiveId" clId="{166E4790-D8CB-FC46-9844-CE6144B16186}" dt="2024-12-13T12:50:39.444" v="340" actId="2696"/>
        <pc:sldMkLst>
          <pc:docMk/>
          <pc:sldMk cId="3588116854" sldId="2975"/>
        </pc:sldMkLst>
      </pc:sldChg>
      <pc:sldChg chg="modSp add mod">
        <pc:chgData name="佩倫 吳" userId="603067e5563c3615" providerId="LiveId" clId="{166E4790-D8CB-FC46-9844-CE6144B16186}" dt="2024-12-13T12:46:40.573" v="94" actId="122"/>
        <pc:sldMkLst>
          <pc:docMk/>
          <pc:sldMk cId="1929218478" sldId="2976"/>
        </pc:sldMkLst>
      </pc:sldChg>
      <pc:sldChg chg="modSp add mod">
        <pc:chgData name="佩倫 吳" userId="603067e5563c3615" providerId="LiveId" clId="{166E4790-D8CB-FC46-9844-CE6144B16186}" dt="2024-12-13T12:46:52.553" v="104" actId="20577"/>
        <pc:sldMkLst>
          <pc:docMk/>
          <pc:sldMk cId="3400446600" sldId="2977"/>
        </pc:sldMkLst>
      </pc:sldChg>
      <pc:sldChg chg="modSp add mod">
        <pc:chgData name="佩倫 吳" userId="603067e5563c3615" providerId="LiveId" clId="{166E4790-D8CB-FC46-9844-CE6144B16186}" dt="2024-12-13T12:47:01.650" v="109" actId="20577"/>
        <pc:sldMkLst>
          <pc:docMk/>
          <pc:sldMk cId="3583328373" sldId="2978"/>
        </pc:sldMkLst>
      </pc:sldChg>
      <pc:sldChg chg="modSp new mod">
        <pc:chgData name="佩倫 吳" userId="603067e5563c3615" providerId="LiveId" clId="{166E4790-D8CB-FC46-9844-CE6144B16186}" dt="2024-12-13T12:51:16.595" v="361" actId="179"/>
        <pc:sldMkLst>
          <pc:docMk/>
          <pc:sldMk cId="3918742083" sldId="2979"/>
        </pc:sldMkLst>
      </pc:sldChg>
      <pc:sldChg chg="modSp add mod">
        <pc:chgData name="佩倫 吳" userId="603067e5563c3615" providerId="LiveId" clId="{166E4790-D8CB-FC46-9844-CE6144B16186}" dt="2024-12-13T12:52:40.780" v="390" actId="179"/>
        <pc:sldMkLst>
          <pc:docMk/>
          <pc:sldMk cId="2220540025" sldId="2980"/>
        </pc:sldMkLst>
      </pc:sldChg>
      <pc:sldChg chg="new del">
        <pc:chgData name="佩倫 吳" userId="603067e5563c3615" providerId="LiveId" clId="{166E4790-D8CB-FC46-9844-CE6144B16186}" dt="2024-12-13T12:47:28.447" v="141" actId="2696"/>
        <pc:sldMkLst>
          <pc:docMk/>
          <pc:sldMk cId="4088273228" sldId="2980"/>
        </pc:sldMkLst>
      </pc:sldChg>
      <pc:sldChg chg="modSp add mod">
        <pc:chgData name="佩倫 吳" userId="603067e5563c3615" providerId="LiveId" clId="{166E4790-D8CB-FC46-9844-CE6144B16186}" dt="2024-12-13T12:52:07.180" v="372" actId="179"/>
        <pc:sldMkLst>
          <pc:docMk/>
          <pc:sldMk cId="2395006567" sldId="2981"/>
        </pc:sldMkLst>
      </pc:sldChg>
      <pc:sldChg chg="modSp new mod">
        <pc:chgData name="佩倫 吳" userId="603067e5563c3615" providerId="LiveId" clId="{166E4790-D8CB-FC46-9844-CE6144B16186}" dt="2024-12-13T12:48:08.311" v="164" actId="122"/>
        <pc:sldMkLst>
          <pc:docMk/>
          <pc:sldMk cId="793996629" sldId="2982"/>
        </pc:sldMkLst>
      </pc:sldChg>
      <pc:sldChg chg="modSp add mod">
        <pc:chgData name="佩倫 吳" userId="603067e5563c3615" providerId="LiveId" clId="{166E4790-D8CB-FC46-9844-CE6144B16186}" dt="2024-12-13T12:48:19.976" v="169" actId="20577"/>
        <pc:sldMkLst>
          <pc:docMk/>
          <pc:sldMk cId="3454853264" sldId="2983"/>
        </pc:sldMkLst>
      </pc:sldChg>
      <pc:sldChg chg="modSp add mod">
        <pc:chgData name="佩倫 吳" userId="603067e5563c3615" providerId="LiveId" clId="{166E4790-D8CB-FC46-9844-CE6144B16186}" dt="2024-12-13T12:48:28.302" v="173"/>
        <pc:sldMkLst>
          <pc:docMk/>
          <pc:sldMk cId="3684037180" sldId="2984"/>
        </pc:sldMkLst>
      </pc:sldChg>
      <pc:sldChg chg="modSp new mod">
        <pc:chgData name="佩倫 吳" userId="603067e5563c3615" providerId="LiveId" clId="{166E4790-D8CB-FC46-9844-CE6144B16186}" dt="2024-12-13T12:48:39.998" v="180" actId="20577"/>
        <pc:sldMkLst>
          <pc:docMk/>
          <pc:sldMk cId="2388386755" sldId="2985"/>
        </pc:sldMkLst>
      </pc:sldChg>
      <pc:sldChg chg="addSp delSp modSp new mod">
        <pc:chgData name="佩倫 吳" userId="603067e5563c3615" providerId="LiveId" clId="{166E4790-D8CB-FC46-9844-CE6144B16186}" dt="2024-12-13T14:20:44.753" v="552" actId="179"/>
        <pc:sldMkLst>
          <pc:docMk/>
          <pc:sldMk cId="2602019647" sldId="2986"/>
        </pc:sldMkLst>
      </pc:sldChg>
      <pc:sldChg chg="modSp new mod">
        <pc:chgData name="佩倫 吳" userId="603067e5563c3615" providerId="LiveId" clId="{166E4790-D8CB-FC46-9844-CE6144B16186}" dt="2024-12-13T12:53:31.515" v="418" actId="179"/>
        <pc:sldMkLst>
          <pc:docMk/>
          <pc:sldMk cId="3492279448" sldId="2987"/>
        </pc:sldMkLst>
      </pc:sldChg>
      <pc:sldChg chg="new del">
        <pc:chgData name="佩倫 吳" userId="603067e5563c3615" providerId="LiveId" clId="{166E4790-D8CB-FC46-9844-CE6144B16186}" dt="2024-12-13T12:48:53.803" v="185" actId="2696"/>
        <pc:sldMkLst>
          <pc:docMk/>
          <pc:sldMk cId="2903682880" sldId="2988"/>
        </pc:sldMkLst>
      </pc:sldChg>
      <pc:sldChg chg="add">
        <pc:chgData name="佩倫 吳" userId="603067e5563c3615" providerId="LiveId" clId="{166E4790-D8CB-FC46-9844-CE6144B16186}" dt="2024-12-13T12:48:51.620" v="184"/>
        <pc:sldMkLst>
          <pc:docMk/>
          <pc:sldMk cId="3055202613" sldId="2989"/>
        </pc:sldMkLst>
      </pc:sldChg>
      <pc:sldChg chg="add">
        <pc:chgData name="佩倫 吳" userId="603067e5563c3615" providerId="LiveId" clId="{166E4790-D8CB-FC46-9844-CE6144B16186}" dt="2024-12-13T12:48:55.687" v="186"/>
        <pc:sldMkLst>
          <pc:docMk/>
          <pc:sldMk cId="2392904616" sldId="2990"/>
        </pc:sldMkLst>
      </pc:sldChg>
      <pc:sldChg chg="modSp add mod">
        <pc:chgData name="佩倫 吳" userId="603067e5563c3615" providerId="LiveId" clId="{166E4790-D8CB-FC46-9844-CE6144B16186}" dt="2024-12-13T12:54:08.698" v="434" actId="179"/>
        <pc:sldMkLst>
          <pc:docMk/>
          <pc:sldMk cId="3425526754" sldId="2991"/>
        </pc:sldMkLst>
      </pc:sldChg>
      <pc:sldChg chg="add del">
        <pc:chgData name="佩倫 吳" userId="603067e5563c3615" providerId="LiveId" clId="{166E4790-D8CB-FC46-9844-CE6144B16186}" dt="2024-12-13T12:54:10.973" v="435" actId="2696"/>
        <pc:sldMkLst>
          <pc:docMk/>
          <pc:sldMk cId="1423728220" sldId="2992"/>
        </pc:sldMkLst>
      </pc:sldChg>
      <pc:sldChg chg="modSp new mod">
        <pc:chgData name="佩倫 吳" userId="603067e5563c3615" providerId="LiveId" clId="{166E4790-D8CB-FC46-9844-CE6144B16186}" dt="2024-12-13T12:54:44.499" v="451" actId="179"/>
        <pc:sldMkLst>
          <pc:docMk/>
          <pc:sldMk cId="683716537" sldId="2993"/>
        </pc:sldMkLst>
      </pc:sldChg>
      <pc:sldChg chg="modSp add mod">
        <pc:chgData name="佩倫 吳" userId="603067e5563c3615" providerId="LiveId" clId="{166E4790-D8CB-FC46-9844-CE6144B16186}" dt="2024-12-13T12:54:36.853" v="446" actId="179"/>
        <pc:sldMkLst>
          <pc:docMk/>
          <pc:sldMk cId="636670520" sldId="2994"/>
        </pc:sldMkLst>
      </pc:sldChg>
      <pc:sldChg chg="modSp add mod">
        <pc:chgData name="佩倫 吳" userId="603067e5563c3615" providerId="LiveId" clId="{166E4790-D8CB-FC46-9844-CE6144B16186}" dt="2024-12-13T12:55:10.533" v="467" actId="179"/>
        <pc:sldMkLst>
          <pc:docMk/>
          <pc:sldMk cId="4069463560" sldId="2995"/>
        </pc:sldMkLst>
      </pc:sldChg>
      <pc:sldChg chg="modSp add mod">
        <pc:chgData name="佩倫 吳" userId="603067e5563c3615" providerId="LiveId" clId="{166E4790-D8CB-FC46-9844-CE6144B16186}" dt="2024-12-13T12:55:52.153" v="485" actId="179"/>
        <pc:sldMkLst>
          <pc:docMk/>
          <pc:sldMk cId="1902413655" sldId="2996"/>
        </pc:sldMkLst>
      </pc:sldChg>
      <pc:sldChg chg="modSp add mod">
        <pc:chgData name="佩倫 吳" userId="603067e5563c3615" providerId="LiveId" clId="{166E4790-D8CB-FC46-9844-CE6144B16186}" dt="2024-12-13T12:56:16.779" v="505" actId="179"/>
        <pc:sldMkLst>
          <pc:docMk/>
          <pc:sldMk cId="122972658" sldId="2997"/>
        </pc:sldMkLst>
      </pc:sldChg>
      <pc:sldChg chg="addSp delSp modSp add mod">
        <pc:chgData name="佩倫 吳" userId="603067e5563c3615" providerId="LiveId" clId="{166E4790-D8CB-FC46-9844-CE6144B16186}" dt="2024-12-13T12:56:35.580" v="513" actId="22"/>
        <pc:sldMkLst>
          <pc:docMk/>
          <pc:sldMk cId="2158520640" sldId="2998"/>
        </pc:sldMkLst>
      </pc:sldChg>
      <pc:sldChg chg="add">
        <pc:chgData name="佩倫 吳" userId="603067e5563c3615" providerId="LiveId" clId="{166E4790-D8CB-FC46-9844-CE6144B16186}" dt="2024-12-13T12:49:42.980" v="262"/>
        <pc:sldMkLst>
          <pc:docMk/>
          <pc:sldMk cId="1116331371" sldId="2999"/>
        </pc:sldMkLst>
      </pc:sldChg>
      <pc:sldChg chg="modSp new mod">
        <pc:chgData name="佩倫 吳" userId="603067e5563c3615" providerId="LiveId" clId="{166E4790-D8CB-FC46-9844-CE6144B16186}" dt="2024-12-13T14:20:55.286" v="554" actId="179"/>
        <pc:sldMkLst>
          <pc:docMk/>
          <pc:sldMk cId="448432087" sldId="3000"/>
        </pc:sldMkLst>
      </pc:sldChg>
      <pc:sldChg chg="add">
        <pc:chgData name="佩倫 吳" userId="603067e5563c3615" providerId="LiveId" clId="{166E4790-D8CB-FC46-9844-CE6144B16186}" dt="2024-12-13T12:50:38.407" v="339"/>
        <pc:sldMkLst>
          <pc:docMk/>
          <pc:sldMk cId="2726299700" sldId="3001"/>
        </pc:sldMkLst>
      </pc:sldChg>
      <pc:sldChg chg="modSp add mod">
        <pc:chgData name="佩倫 吳" userId="603067e5563c3615" providerId="LiveId" clId="{166E4790-D8CB-FC46-9844-CE6144B16186}" dt="2024-12-13T12:52:18.196" v="381" actId="179"/>
        <pc:sldMkLst>
          <pc:docMk/>
          <pc:sldMk cId="2941104925" sldId="3002"/>
        </pc:sldMkLst>
      </pc:sldChg>
      <pc:sldChg chg="modSp add mod">
        <pc:chgData name="佩倫 吳" userId="603067e5563c3615" providerId="LiveId" clId="{166E4790-D8CB-FC46-9844-CE6144B16186}" dt="2024-12-13T12:52:52.282" v="401" actId="179"/>
        <pc:sldMkLst>
          <pc:docMk/>
          <pc:sldMk cId="2444852257" sldId="3003"/>
        </pc:sldMkLst>
      </pc:sldChg>
      <pc:sldChg chg="modSp new mod">
        <pc:chgData name="佩倫 吳" userId="603067e5563c3615" providerId="LiveId" clId="{166E4790-D8CB-FC46-9844-CE6144B16186}" dt="2024-12-13T12:55:05.499" v="464" actId="179"/>
        <pc:sldMkLst>
          <pc:docMk/>
          <pc:sldMk cId="3324512965" sldId="3004"/>
        </pc:sldMkLst>
      </pc:sldChg>
      <pc:sldChg chg="modSp new mod">
        <pc:chgData name="佩倫 吳" userId="603067e5563c3615" providerId="LiveId" clId="{166E4790-D8CB-FC46-9844-CE6144B16186}" dt="2024-12-13T12:55:27.667" v="478" actId="179"/>
        <pc:sldMkLst>
          <pc:docMk/>
          <pc:sldMk cId="3450788474" sldId="3005"/>
        </pc:sldMkLst>
      </pc:sldChg>
      <pc:sldChg chg="modSp add mod">
        <pc:chgData name="佩倫 吳" userId="603067e5563c3615" providerId="LiveId" clId="{166E4790-D8CB-FC46-9844-CE6144B16186}" dt="2024-12-13T12:56:03.817" v="494" actId="179"/>
        <pc:sldMkLst>
          <pc:docMk/>
          <pc:sldMk cId="2966156229" sldId="3006"/>
        </pc:sldMkLst>
      </pc:sldChg>
      <pc:sldChg chg="new del">
        <pc:chgData name="佩倫 吳" userId="603067e5563c3615" providerId="LiveId" clId="{166E4790-D8CB-FC46-9844-CE6144B16186}" dt="2024-12-13T12:56:37.477" v="515" actId="2696"/>
        <pc:sldMkLst>
          <pc:docMk/>
          <pc:sldMk cId="4206921290" sldId="3007"/>
        </pc:sldMkLst>
      </pc:sldChg>
      <pc:sldChg chg="modSp add mod">
        <pc:chgData name="佩倫 吳" userId="603067e5563c3615" providerId="LiveId" clId="{166E4790-D8CB-FC46-9844-CE6144B16186}" dt="2024-12-13T12:56:52.318" v="521" actId="404"/>
        <pc:sldMkLst>
          <pc:docMk/>
          <pc:sldMk cId="1666458515" sldId="3008"/>
        </pc:sldMkLst>
      </pc:sldChg>
      <pc:sldChg chg="add del">
        <pc:chgData name="佩倫 吳" userId="603067e5563c3615" providerId="LiveId" clId="{166E4790-D8CB-FC46-9844-CE6144B16186}" dt="2024-12-13T12:57:14.686" v="523"/>
        <pc:sldMkLst>
          <pc:docMk/>
          <pc:sldMk cId="3376988010" sldId="30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C5A9C32-76B5-46CA-B7A7-7B60D907DF23}" type="datetimeFigureOut">
              <a:rPr lang="zh-TW" altLang="en-US"/>
              <a:pPr>
                <a:defRPr/>
              </a:pPr>
              <a:t>2025/9/27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211F452A-5E8C-46DC-929D-C08CDBE6BFA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8900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/>
              <a:t>字體大小</a:t>
            </a:r>
            <a:r>
              <a:rPr lang="en-US" altLang="zh-TW" dirty="0"/>
              <a:t>88</a:t>
            </a:r>
            <a:endParaRPr lang="zh-TW" altLang="en-US" dirty="0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C3DABCD7-F771-4FEA-AB78-E05F3140E136}" type="slidenum">
              <a:rPr lang="zh-TW" altLang="en-US" sz="1200"/>
              <a:pPr/>
              <a:t>10</a:t>
            </a:fld>
            <a:endParaRPr lang="zh-TW" altLang="en-US" sz="1200"/>
          </a:p>
        </p:txBody>
      </p:sp>
    </p:spTree>
    <p:extLst>
      <p:ext uri="{BB962C8B-B14F-4D97-AF65-F5344CB8AC3E}">
        <p14:creationId xmlns:p14="http://schemas.microsoft.com/office/powerpoint/2010/main" val="938452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/>
              <a:t>字體大小</a:t>
            </a:r>
            <a:r>
              <a:rPr lang="en-US" altLang="zh-TW" dirty="0"/>
              <a:t>88</a:t>
            </a:r>
            <a:endParaRPr lang="zh-TW" altLang="en-US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C3DABCD7-F771-4FEA-AB78-E05F3140E136}" type="slidenum">
              <a:rPr lang="zh-TW" altLang="en-US" sz="1200"/>
              <a:pPr/>
              <a:t>11</a:t>
            </a:fld>
            <a:endParaRPr lang="zh-TW" altLang="en-US" sz="1200"/>
          </a:p>
        </p:txBody>
      </p:sp>
    </p:spTree>
    <p:extLst>
      <p:ext uri="{BB962C8B-B14F-4D97-AF65-F5344CB8AC3E}">
        <p14:creationId xmlns:p14="http://schemas.microsoft.com/office/powerpoint/2010/main" val="3734083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A0A562-AC69-43DC-9F95-328E39EC98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56FDE1-6378-4963-8597-33CDC21C80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164F17-19E6-48F5-B10D-AA44CBD61B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22F86-F4F3-442A-BA23-E9F4649A39ED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4913121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noFill/>
          <a:effectLst>
            <a:outerShdw blurRad="50800" dist="38100" dir="2700000" sx="112000" sy="112000" algn="tl" rotWithShape="0">
              <a:schemeClr val="bg1">
                <a:alpha val="40000"/>
              </a:schemeClr>
            </a:outerShdw>
          </a:effectLst>
        </p:spPr>
        <p:txBody>
          <a:bodyPr/>
          <a:lstStyle>
            <a:lvl1pPr>
              <a:defRPr b="1">
                <a:solidFill>
                  <a:srgbClr val="8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99" y="981075"/>
            <a:ext cx="11175033" cy="5876925"/>
          </a:xfrm>
        </p:spPr>
        <p:txBody>
          <a:bodyPr/>
          <a:lstStyle>
            <a:lvl1pPr algn="l">
              <a:defRPr b="1">
                <a:solidFill>
                  <a:srgbClr val="66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7727F5-98EF-4ED3-A065-E3419C1F9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7EFB89-3812-4753-9B52-CBFE55F487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AF90F6-76AE-4C36-9184-91BF731EC3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1903693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2C7484-4D01-4117-9968-C94EE158CF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F39A19-249C-4275-8D18-581DC002BA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9EFBDE-AAD2-4182-AADA-F5E2AA50EA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8878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6567" y="981075"/>
            <a:ext cx="5945717" cy="5876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5485" y="981075"/>
            <a:ext cx="5947833" cy="5876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E8F26A-9F31-4CB0-86F3-9E849EA19D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480161-AC55-426A-9E8E-D6B74D0DBD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1D45F0-6124-4557-9D58-6F8394082C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0626162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9CEF9C5-D7F8-4207-A5BD-401A8727C8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4B2993F-57E4-4D0B-88C9-2C22A10705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E585D11-F330-4C09-9F2D-C4329ECCE2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3087210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0BA8C48-55EB-4E2C-80C9-52737A12DC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F0A833-DB5B-4859-A9B4-7102891E42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66C560-1758-401C-8A81-4244F58827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88D5F-F1B5-44E6-A032-C67F82BE68F8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127500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8F27090-573A-47A6-AF49-0865E17BEC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2469647-78D5-42D0-A5D3-22E214E48A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9884BB6-AC88-4F26-9464-353333D13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E792E-B7E2-494F-9B98-F807BF92627A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9407616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9D0934-1667-411C-9850-89E0F9D544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E698C7-64FB-43AD-BF52-5CDEDC0C57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FCA11B-0E3F-45F0-B36B-F179BEA1A5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164927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488541-B987-4504-9299-89BC31428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B2754-E324-45F1-A910-B8B5CEB9A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2A69AA-87CF-4C44-B5D7-34656DB946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1413830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E56987-AE93-4F04-B674-03008DEFE1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00CEFD-A2E2-4460-9683-74A5CC93E5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392404-2071-456E-9C96-0BABC42F73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3B334-818E-4F70-81F7-9D20C6A3DDE8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7020456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88498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88498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182E0A-1205-4FDF-A732-C6B158179B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A1EBD1-ADA9-498C-A742-73F57B4721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6E9713-884E-466B-8879-A388C975AC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B800E-D4DF-4B59-B012-CED35C1127CE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6636058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498779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effectLst>
            <a:outerShdw blurRad="50800" dist="38100" dir="2700000" algn="tl" rotWithShape="0">
              <a:schemeClr val="bg1"/>
            </a:outerShdw>
          </a:effectLst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32088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83808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0" y="1125539"/>
            <a:ext cx="5994400" cy="56610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9"/>
            <a:ext cx="5994400" cy="56610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24609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125261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210920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750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431462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766182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8891905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813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81355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159312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C5049D-9C81-30F7-1C48-B90E529A0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C6065-6576-F74C-A77F-C296C1847245}" type="datetimeFigureOut">
              <a:rPr lang="en-US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1D27B0-1E63-3256-230F-5EFD4FA97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77EBA2-33D5-4EF5-4115-E1830674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D7817-0EFE-ED4E-B40E-B4B2F1B4C4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4571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66800"/>
          </a:xfrm>
        </p:spPr>
        <p:txBody>
          <a:bodyPr/>
          <a:lstStyle>
            <a:lvl1pPr>
              <a:defRPr sz="7200" b="1">
                <a:solidFill>
                  <a:srgbClr val="A50021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7200" b="1">
                <a:solidFill>
                  <a:srgbClr val="521B93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50E726-0CC4-3B2E-5337-C8C65968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ABFF7-C333-E844-AF27-BB0F5E1CB70B}" type="datetimeFigureOut">
              <a:rPr lang="en-US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870C8E-B234-773B-3793-ED8550D5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CCDF71-AF7D-CEA3-1637-05673E68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E1B71-2558-A040-B760-D94921C25E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692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34F19E-51A2-956F-89B1-21BEC1E3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68DE3F-2D38-F546-B833-49F1CDFB3FEE}" type="datetimeFigureOut">
              <a:rPr lang="en-US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3A9535-A179-51BE-1F7D-7E7FF20B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9CF840-E97B-C466-6289-4396349F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DAA7C-DE9B-4F41-9C2E-F53A43A7C4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8119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4433" y="1125538"/>
            <a:ext cx="5689600" cy="48006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27233" y="1125538"/>
            <a:ext cx="5689600" cy="48006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06969D-46CD-EA92-74A7-55C0C93D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20C17-FBC2-3342-B8EA-31B0CA93F6C5}" type="datetimeFigureOut">
              <a:rPr lang="en-US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9ED9CF-CDDC-ECF8-ECD1-FF8CFCDC5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DC94BB-F734-7581-A3AF-E1B2E613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97944-231B-DF4B-8DF1-9151CAD105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6451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FAF882C-E8EF-4E36-410D-B16E1C43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9CAA8B-A4D2-9447-A543-7137C4FEA629}" type="datetimeFigureOut">
              <a:rPr lang="en-US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F905E4A-2E99-0D2E-F158-A1191FC6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42A208A-02A9-0F8D-67E9-EE6BC050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40C65-E3DA-D941-ADAF-9F72C3C043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130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645B1ED-6ADF-F185-1014-9DB87C14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1FD13-7C7F-054D-B3D6-647279E1CD93}" type="datetimeFigureOut">
              <a:rPr lang="en-US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B8119C-A751-08C4-0008-3544247B2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4F069A-6E70-267F-E57E-7C8DE898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72C6E-7D64-AB4C-8711-F2565E1FA2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9147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FAEA2EF-8610-8BD1-F4C6-FF6C6A53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28488-C803-D24D-922F-69CCA7CFA0E0}" type="datetimeFigureOut">
              <a:rPr lang="en-US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8324143-34B6-7087-6918-289DBE12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F304B6-1BAA-F9D1-6026-39505CE4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47741-C0B0-0C42-A339-4B9FE3801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1330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DC3FD5-F840-6CBC-8207-9A09A191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098C0-59A7-1A49-820F-5FC727ACDA5C}" type="datetimeFigureOut">
              <a:rPr lang="en-US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2D2B45-DA7D-837D-BFFD-71707EE0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E42F2D-5B70-568E-AF5C-57BA936B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C0B0E-3E40-4748-8F44-62E3E93B53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921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71F630-9636-2F5B-C2D7-11A1ED90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B91BA-52E8-6C43-8369-4752883DED80}" type="datetimeFigureOut">
              <a:rPr lang="en-US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46D250-C1D4-DC69-66E9-151E88CC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EF2163-B5F9-B165-0C78-AA9D09F3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C874C-372A-1447-B5CB-A42B76B8C9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046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881861-200F-5572-4BE5-C92FE6C4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F4DE3-9A2F-D044-B73D-489A20F8EAD3}" type="datetimeFigureOut">
              <a:rPr lang="en-US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9C629C-3241-A5C8-3730-E920EFF5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46874F-F9DD-9287-A540-C4B1EBF9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F8F33-28DC-F544-8923-D7777E9B51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9959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021233" y="304800"/>
            <a:ext cx="2895600" cy="56213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4433" y="304800"/>
            <a:ext cx="8483600" cy="56213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427ABF-EC35-7609-5523-4A20944F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605FB-1C94-2A4A-B377-891D542CA347}" type="datetimeFigureOut">
              <a:rPr lang="en-US"/>
              <a:pPr>
                <a:defRPr/>
              </a:pPr>
              <a:t>9/27/2025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AF7513-8EAB-3168-0ED8-3ABD09FD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6B4C28-2E1C-B847-B5F6-518C8A7F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D02C7-1D0E-234C-8FFB-CB4A09F8E5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7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6B79F4B-6BE0-47E5-91EF-0C7E07DC3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26988"/>
            <a:ext cx="12192000" cy="100965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88B9F91-A99E-4E56-B2F7-BED0403714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9376" y="981075"/>
            <a:ext cx="11233248" cy="58769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90000" rIns="91440" bIns="90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00.</a:t>
            </a:r>
            <a:r>
              <a:rPr lang="zh-TW" altLang="en-US" dirty="0"/>
              <a:t>按一下以編輯母片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09594824-5153-40C0-B3F3-CCC8746413D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F4D6E4D7-CBBE-4413-9DEE-CEC4FE8335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5287FD7D-8524-4975-AC05-75A03FB826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kumimoji="0" sz="14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3616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/>
  <p:txStyles>
    <p:titleStyle>
      <a:lvl1pPr algn="ctr" rtl="0" eaLnBrk="1" fontAlgn="base" hangingPunct="1">
        <a:spcBef>
          <a:spcPct val="15000"/>
        </a:spcBef>
        <a:spcAft>
          <a:spcPct val="0"/>
        </a:spcAft>
        <a:defRPr kumimoji="1" sz="7200" b="1" u="sng">
          <a:solidFill>
            <a:srgbClr val="660033"/>
          </a:solidFill>
          <a:effectLst>
            <a:outerShdw blurRad="50800" dist="38100" dir="2700000" algn="tl" rotWithShape="0">
              <a:schemeClr val="bg1"/>
            </a:outerShdw>
          </a:effectLst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2pPr>
      <a:lvl3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3pPr>
      <a:lvl4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4pPr>
      <a:lvl5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5pPr>
      <a:lvl6pPr marL="4572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6pPr>
      <a:lvl7pPr marL="9144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7pPr>
      <a:lvl8pPr marL="13716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8pPr>
      <a:lvl9pPr marL="18288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9pPr>
    </p:titleStyle>
    <p:bodyStyle>
      <a:lvl1pPr marL="804863" indent="-804863" algn="ctr" rtl="0" eaLnBrk="1" fontAlgn="base" hangingPunct="1">
        <a:spcBef>
          <a:spcPct val="15000"/>
        </a:spcBef>
        <a:spcAft>
          <a:spcPct val="0"/>
        </a:spcAft>
        <a:defRPr kumimoji="1" sz="7200" b="1">
          <a:solidFill>
            <a:srgbClr val="333399"/>
          </a:solidFill>
          <a:effectLst>
            <a:outerShdw blurRad="50800" dist="38100" dir="2700000" algn="tl" rotWithShape="0">
              <a:schemeClr val="bg1"/>
            </a:outerShdw>
          </a:effectLst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1270000" indent="-285750" algn="ctr" rtl="0" eaLnBrk="1" fontAlgn="base" hangingPunct="1">
        <a:spcBef>
          <a:spcPct val="15000"/>
        </a:spcBef>
        <a:spcAft>
          <a:spcPct val="0"/>
        </a:spcAft>
        <a:buChar char="–"/>
        <a:defRPr kumimoji="1" sz="60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2pPr>
      <a:lvl3pPr marL="1677988" indent="-228600" algn="just" rtl="0" eaLnBrk="1" fontAlgn="base" hangingPunct="1">
        <a:spcBef>
          <a:spcPct val="20000"/>
        </a:spcBef>
        <a:spcAft>
          <a:spcPct val="0"/>
        </a:spcAft>
        <a:buChar char="•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3pPr>
      <a:lvl4pPr marL="2085975" indent="-228600" algn="just" rtl="0" eaLnBrk="1" fontAlgn="base" hangingPunct="1">
        <a:spcBef>
          <a:spcPct val="20000"/>
        </a:spcBef>
        <a:spcAft>
          <a:spcPct val="0"/>
        </a:spcAft>
        <a:buChar char="–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4pPr>
      <a:lvl5pPr marL="24939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5pPr>
      <a:lvl6pPr marL="29511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6pPr>
      <a:lvl7pPr marL="34083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7pPr>
      <a:lvl8pPr marL="38655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8pPr>
      <a:lvl9pPr marL="43227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58438A9-9FE8-E4C5-D9C4-B8BA95310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26988"/>
            <a:ext cx="12192000" cy="114300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804863" lvl="0" indent="-804863" algn="ctr" rtl="0" eaLnBrk="0" fontAlgn="base" hangingPunct="0">
              <a:spcBef>
                <a:spcPct val="15000"/>
              </a:spcBef>
              <a:spcAft>
                <a:spcPct val="0"/>
              </a:spcAft>
            </a:pPr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4B2823E-C9BA-E885-731D-FD92DEF27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125538"/>
            <a:ext cx="12192000" cy="566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9211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lang="zh-TW" altLang="en-US" sz="7200" b="1" u="sng" kern="1200" dirty="0">
          <a:solidFill>
            <a:srgbClr val="800000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2pPr>
      <a:lvl3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3pPr>
      <a:lvl4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4pPr>
      <a:lvl5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5pPr>
      <a:lvl6pPr marL="8001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6pPr>
      <a:lvl7pPr marL="12573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7pPr>
      <a:lvl8pPr marL="17145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8pPr>
      <a:lvl9pPr marL="21717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lang="zh-TW" altLang="en-US" sz="7200" b="1" u="none" kern="1200" dirty="0">
          <a:solidFill>
            <a:srgbClr val="4A235B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42950" indent="-28575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4A235B"/>
          </a:solidFill>
          <a:latin typeface="+mn-lt"/>
          <a:ea typeface="+mn-ea"/>
          <a:cs typeface="+mn-cs"/>
        </a:defRPr>
      </a:lvl2pPr>
      <a:lvl3pPr marL="11430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3pPr>
      <a:lvl4pPr marL="16002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4pPr>
      <a:lvl5pPr marL="20574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35AEEBB-0106-2DFC-9A0B-E48620FD6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04800"/>
            <a:ext cx="10363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0A2AFA6-BC71-5E22-165A-43E6E80F36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125538"/>
            <a:ext cx="11582400" cy="4800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7D936B8-0D68-51BE-C621-DEC3251137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4251F38-998C-AC54-4443-8AB2D25209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6216F17-CA47-6736-A8D5-6435407048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B5AA8C1-F8CF-FF40-B01D-1690E9ACA0A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79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800" u="sng" kern="1200">
          <a:solidFill>
            <a:srgbClr val="FFCC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defRPr kumimoji="1" sz="28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defRPr kumimoji="1" sz="24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defRPr kumimoji="1" sz="20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20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1D500E-E0FE-314A-9C3A-24E84F27B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D41EA5-2FE7-7A40-4837-E174ED66B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15.</a:t>
            </a:r>
            <a:r>
              <a:rPr lang="zh-TW" altLang="en-US" dirty="0"/>
              <a:t>大利拉對參孫說：「你既不與我同心，怎麼說你愛我呢？你這三次欺哄我，沒有告訴我，你因何有這麼大的力氣。」</a:t>
            </a:r>
          </a:p>
        </p:txBody>
      </p:sp>
    </p:spTree>
    <p:extLst>
      <p:ext uri="{BB962C8B-B14F-4D97-AF65-F5344CB8AC3E}">
        <p14:creationId xmlns:p14="http://schemas.microsoft.com/office/powerpoint/2010/main" val="335119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F8DE7-74F6-BCF6-6362-AA6D7F6CC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B800E3-A112-2BC9-2868-947CB1F3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31B6A-24FA-C44C-AA8C-E7B0F919A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16.</a:t>
            </a:r>
            <a:r>
              <a:rPr lang="zh-TW" altLang="en-US" dirty="0"/>
              <a:t>大利拉天天用話催逼他，甚至他心裡煩悶要死。</a:t>
            </a:r>
          </a:p>
        </p:txBody>
      </p:sp>
    </p:spTree>
    <p:extLst>
      <p:ext uri="{BB962C8B-B14F-4D97-AF65-F5344CB8AC3E}">
        <p14:creationId xmlns:p14="http://schemas.microsoft.com/office/powerpoint/2010/main" val="313867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B8448-F0D0-EB28-3FA5-B28D20AF5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EC3702-DB8B-59C6-B440-C453E6A6D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AD0122-85F0-6AD9-2F85-97F8C0B1B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1928648" cy="5732462"/>
          </a:xfrm>
        </p:spPr>
        <p:txBody>
          <a:bodyPr/>
          <a:lstStyle/>
          <a:p>
            <a:pPr marL="1166813" indent="-1166813"/>
            <a:r>
              <a:rPr lang="en-US" altLang="zh-TW" sz="6000" dirty="0"/>
              <a:t>17.</a:t>
            </a:r>
            <a:r>
              <a:rPr lang="zh-TW" altLang="en-US" sz="6000" dirty="0"/>
              <a:t>參孫就把心中所藏的都告訴了她，對她說：「向來人沒有用剃頭刀剃我的頭，因為我自出母胎就歸 神作拿細耳人；若剃了我的頭髮，我的力氣就離開我，我便軟弱像別人一樣。」</a:t>
            </a:r>
          </a:p>
        </p:txBody>
      </p:sp>
    </p:spTree>
    <p:extLst>
      <p:ext uri="{BB962C8B-B14F-4D97-AF65-F5344CB8AC3E}">
        <p14:creationId xmlns:p14="http://schemas.microsoft.com/office/powerpoint/2010/main" val="42274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58030-4EC6-6900-4C46-E04444A3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FC0C41-4F9C-6EDB-9A04-4EBBF0AE3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258C18-7466-628A-8DB7-033D4A029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19.</a:t>
            </a:r>
            <a:r>
              <a:rPr lang="zh-TW" altLang="en-US" dirty="0"/>
              <a:t>大利拉使參孫枕著她的膝睡覺，叫了一個人來剃除他頭上的七條髮綹。於是大利拉剋制他，他的力氣就離開他了。</a:t>
            </a:r>
          </a:p>
        </p:txBody>
      </p:sp>
    </p:spTree>
    <p:extLst>
      <p:ext uri="{BB962C8B-B14F-4D97-AF65-F5344CB8AC3E}">
        <p14:creationId xmlns:p14="http://schemas.microsoft.com/office/powerpoint/2010/main" val="2764836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99397-D560-6B1F-B3A8-0C3F1A687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120E67-45AF-0141-C527-AA106B6E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2D79C3-7C55-DA99-BA6C-FC3C969FD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258888" indent="-1258888"/>
            <a:r>
              <a:rPr lang="en-US" altLang="zh-TW" sz="6500" dirty="0"/>
              <a:t>20.</a:t>
            </a:r>
            <a:r>
              <a:rPr lang="zh-TW" altLang="en-US" sz="6500" dirty="0"/>
              <a:t>大利拉說：「參孫哪，非利士人拿你來了！」參孫從睡中醒來，心裡說：「我要像前幾次出去活動身體」；他卻不知道耶和華已經離開他了。</a:t>
            </a:r>
          </a:p>
        </p:txBody>
      </p:sp>
    </p:spTree>
    <p:extLst>
      <p:ext uri="{BB962C8B-B14F-4D97-AF65-F5344CB8AC3E}">
        <p14:creationId xmlns:p14="http://schemas.microsoft.com/office/powerpoint/2010/main" val="216118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194F-CD42-B90F-17F9-72486A804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0E6E8F-3100-34C7-D2F3-122858E3D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E79261-9E97-B922-727C-60FA2DA01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27.</a:t>
            </a:r>
            <a:r>
              <a:rPr lang="zh-TW" altLang="en-US" dirty="0"/>
              <a:t>那時房內充滿男女，非利士人的眾首領也都在那裡。房的平頂上約有三千男女觀看參孫戲耍。</a:t>
            </a:r>
          </a:p>
        </p:txBody>
      </p:sp>
    </p:spTree>
    <p:extLst>
      <p:ext uri="{BB962C8B-B14F-4D97-AF65-F5344CB8AC3E}">
        <p14:creationId xmlns:p14="http://schemas.microsoft.com/office/powerpoint/2010/main" val="2398836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9F110-BD8F-B259-8234-7FD5E8189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1D312D-3BA3-82D7-641D-341514DE7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80A78B-51B6-6D41-6D85-6CD01BD1A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28.</a:t>
            </a:r>
            <a:r>
              <a:rPr lang="zh-TW" altLang="en-US" dirty="0"/>
              <a:t>參孫求告耶和華說：「主耶和華啊，求你眷念我。 神啊，求你賜我這一次的力量，使我在非利士人身上報那剜我雙眼的仇。」</a:t>
            </a:r>
          </a:p>
        </p:txBody>
      </p:sp>
    </p:spTree>
    <p:extLst>
      <p:ext uri="{BB962C8B-B14F-4D97-AF65-F5344CB8AC3E}">
        <p14:creationId xmlns:p14="http://schemas.microsoft.com/office/powerpoint/2010/main" val="2124298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C7448-50E4-F1C9-990A-850DAA79E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49A4CE-1B55-6681-EA93-B693B2985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8C4AE1-D29B-04FE-1BED-53E1DECBC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29.</a:t>
            </a:r>
            <a:r>
              <a:rPr lang="zh-TW" altLang="en-US" dirty="0"/>
              <a:t>參孫就抱住托房的那兩根柱子：左手抱一根，右手抱一根，</a:t>
            </a:r>
          </a:p>
        </p:txBody>
      </p:sp>
    </p:spTree>
    <p:extLst>
      <p:ext uri="{BB962C8B-B14F-4D97-AF65-F5344CB8AC3E}">
        <p14:creationId xmlns:p14="http://schemas.microsoft.com/office/powerpoint/2010/main" val="839744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D1985-FDBA-E278-8842-7DB1B1A5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3F4CF9-30D1-9BF2-B4D0-4F672B0BC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070E81-8167-FC9A-F283-B7F009E40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257300" indent="-1257300"/>
            <a:r>
              <a:rPr lang="en-US" altLang="zh-TW" sz="6700" dirty="0"/>
              <a:t>30.</a:t>
            </a:r>
            <a:r>
              <a:rPr lang="zh-TW" altLang="en-US" sz="6700" dirty="0"/>
              <a:t>說：「我情願與非利士人同死！」就盡力屈身，房子倒塌，壓住首領和房內的眾人。這樣，參孫死時所殺的人比活著所殺的還多。</a:t>
            </a:r>
          </a:p>
        </p:txBody>
      </p:sp>
    </p:spTree>
    <p:extLst>
      <p:ext uri="{BB962C8B-B14F-4D97-AF65-F5344CB8AC3E}">
        <p14:creationId xmlns:p14="http://schemas.microsoft.com/office/powerpoint/2010/main" val="782824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356" y="5229200"/>
            <a:ext cx="12192000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spcBef>
                <a:spcPct val="15000"/>
              </a:spcBef>
              <a:defRPr kumimoji="1" sz="6000" b="1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華康中黑體(P)-UN" pitchFamily="34" charset="-120"/>
              </a:defRPr>
            </a:lvl1pPr>
            <a:lvl2pPr marL="742950" indent="-285750" algn="ctr">
              <a:spcBef>
                <a:spcPct val="15000"/>
              </a:spcBef>
              <a:buChar char="–"/>
              <a:defRPr kumimoji="1" sz="60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2pPr>
            <a:lvl3pPr marL="1143000" indent="-228600" algn="just">
              <a:spcBef>
                <a:spcPct val="20000"/>
              </a:spcBef>
              <a:buChar char="•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3pPr>
            <a:lvl4pPr marL="1600200" indent="-228600" algn="just">
              <a:spcBef>
                <a:spcPct val="20000"/>
              </a:spcBef>
              <a:buChar char="–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4pPr>
            <a:lvl5pPr marL="2057400" indent="-228600" algn="just">
              <a:spcBef>
                <a:spcPct val="20000"/>
              </a:spcBef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5pPr>
            <a:lvl6pPr marL="25146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6pPr>
            <a:lvl7pPr marL="29718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7pPr>
            <a:lvl8pPr marL="34290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8pPr>
            <a:lvl9pPr marL="38862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9pPr>
          </a:lstStyle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哈利路亞：意謂「你們要讚美神」</a:t>
            </a:r>
          </a:p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阿們：意謂「誠心所願」</a:t>
            </a:r>
            <a:r>
              <a:rPr kumimoji="0" lang="en-US" altLang="zh-TW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(</a:t>
            </a: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表應和）</a:t>
            </a:r>
            <a:endParaRPr kumimoji="0" lang="en-US" altLang="zh-TW" sz="4500" dirty="0">
              <a:effectLst>
                <a:outerShdw blurRad="508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2" name="文字方塊 1"/>
          <p:cNvSpPr txBox="1"/>
          <p:nvPr/>
        </p:nvSpPr>
        <p:spPr>
          <a:xfrm flipH="1">
            <a:off x="0" y="2705725"/>
            <a:ext cx="121819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8800" dirty="0">
                <a:solidFill>
                  <a:srgbClr val="660066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  <a:latin typeface="華康行楷體 Std W5" panose="03000500000000000000" pitchFamily="66" charset="-120"/>
                <a:ea typeface="華康行楷體 Std W5" panose="03000500000000000000" pitchFamily="66" charset="-120"/>
              </a:rPr>
              <a:t>自以為是，毀你一世</a:t>
            </a:r>
            <a:endParaRPr lang="en-US" altLang="zh-TW" sz="8800" dirty="0">
              <a:solidFill>
                <a:srgbClr val="660066"/>
              </a:solidFill>
              <a:effectLst>
                <a:outerShdw blurRad="50800" dist="38100" dir="2700000" algn="tl" rotWithShape="0">
                  <a:schemeClr val="bg1"/>
                </a:outerShdw>
              </a:effectLst>
              <a:latin typeface="華康行楷體 Std W5" panose="03000500000000000000" pitchFamily="66" charset="-120"/>
              <a:ea typeface="華康行楷體 Std W5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8116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95400" y="548680"/>
            <a:ext cx="10801200" cy="5184576"/>
          </a:xfrm>
        </p:spPr>
        <p:txBody>
          <a:bodyPr/>
          <a:lstStyle/>
          <a:p>
            <a:pPr marL="0" indent="0" eaLnBrk="1" hangingPunct="1">
              <a:tabLst>
                <a:tab pos="96838" algn="l"/>
              </a:tabLst>
            </a:pPr>
            <a:r>
              <a:rPr lang="zh-TW" altLang="zh-TW" sz="6600" dirty="0"/>
              <a:t>聚會正在進行中</a:t>
            </a:r>
            <a:r>
              <a:rPr lang="zh-TW" altLang="en-US" sz="6600" dirty="0"/>
              <a:t>，</a:t>
            </a:r>
            <a:endParaRPr lang="zh-TW" altLang="zh-TW" sz="6600" dirty="0"/>
          </a:p>
          <a:p>
            <a:pPr marL="0" indent="0" eaLnBrk="1" hangingPunct="1">
              <a:lnSpc>
                <a:spcPts val="8500"/>
              </a:lnSpc>
              <a:tabLst>
                <a:tab pos="96838" algn="l"/>
              </a:tabLst>
            </a:pPr>
            <a:r>
              <a:rPr lang="zh-TW" altLang="zh-TW" sz="6600" dirty="0"/>
              <a:t>敬請再確認個人的</a:t>
            </a:r>
            <a:r>
              <a:rPr lang="zh-TW" altLang="zh-TW" sz="6600" u="sng" dirty="0">
                <a:solidFill>
                  <a:srgbClr val="FF0000"/>
                </a:solidFill>
              </a:rPr>
              <a:t>手機</a:t>
            </a:r>
            <a:r>
              <a:rPr lang="zh-TW" altLang="zh-TW" sz="6600" dirty="0"/>
              <a:t>是否已轉成</a:t>
            </a:r>
            <a:r>
              <a:rPr lang="zh-TW" altLang="zh-TW" sz="6600" u="sng" dirty="0">
                <a:solidFill>
                  <a:srgbClr val="FF0000"/>
                </a:solidFill>
              </a:rPr>
              <a:t>靜音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振動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關機</a:t>
            </a:r>
            <a:r>
              <a:rPr lang="zh-TW" altLang="en-US" sz="6600" dirty="0"/>
              <a:t>，</a:t>
            </a:r>
            <a:r>
              <a:rPr lang="zh-TW" altLang="zh-TW" sz="6600" dirty="0"/>
              <a:t>以避免再度干擾聚會過程。謝謝您的合作</a:t>
            </a:r>
            <a:r>
              <a:rPr lang="zh-TW" altLang="en-US" sz="6600" dirty="0"/>
              <a:t>！</a:t>
            </a:r>
            <a:endParaRPr kumimoji="0" lang="zh-TW" altLang="zh-TW" sz="6600" dirty="0"/>
          </a:p>
        </p:txBody>
      </p:sp>
    </p:spTree>
    <p:extLst>
      <p:ext uri="{BB962C8B-B14F-4D97-AF65-F5344CB8AC3E}">
        <p14:creationId xmlns:p14="http://schemas.microsoft.com/office/powerpoint/2010/main" val="1084560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44EB6CD-45B6-E60B-088A-921CF664B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837929"/>
            <a:ext cx="12192000" cy="1182142"/>
          </a:xfrm>
        </p:spPr>
        <p:txBody>
          <a:bodyPr/>
          <a:lstStyle/>
          <a:p>
            <a:pPr marL="342900" indent="-342900"/>
            <a:r>
              <a:rPr lang="zh-TW" altLang="en-US" sz="7200" dirty="0">
                <a:solidFill>
                  <a:srgbClr val="800000"/>
                </a:solidFill>
              </a:rPr>
              <a:t>一、驕傲使人失去敬畏</a:t>
            </a:r>
          </a:p>
        </p:txBody>
      </p:sp>
    </p:spTree>
    <p:extLst>
      <p:ext uri="{BB962C8B-B14F-4D97-AF65-F5344CB8AC3E}">
        <p14:creationId xmlns:p14="http://schemas.microsoft.com/office/powerpoint/2010/main" val="1419809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E6DDD-ACA4-B0F1-B2DC-E568528E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BEDD94-8182-9868-2080-94F463F15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1-5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DEDC31-3921-5E66-07DE-798A8FF9F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809625" indent="-809625"/>
            <a:r>
              <a:rPr lang="en-US" altLang="zh-TW" dirty="0"/>
              <a:t>1.</a:t>
            </a:r>
            <a:r>
              <a:rPr lang="zh-TW" altLang="en-US" dirty="0"/>
              <a:t>參孫到了迦薩，在那裡看見一個妓女，就與她親近。</a:t>
            </a:r>
          </a:p>
        </p:txBody>
      </p:sp>
    </p:spTree>
    <p:extLst>
      <p:ext uri="{BB962C8B-B14F-4D97-AF65-F5344CB8AC3E}">
        <p14:creationId xmlns:p14="http://schemas.microsoft.com/office/powerpoint/2010/main" val="3397359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1C53E-B7D6-AB79-58A7-57A18DDE8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8B5B2F-5BA7-3A79-D574-0B0ED770F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1-5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818B41-289F-D61C-4940-07CD4EEBD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809625" indent="-809625"/>
            <a:r>
              <a:rPr lang="en-US" altLang="zh-TW" dirty="0"/>
              <a:t>2.</a:t>
            </a:r>
            <a:r>
              <a:rPr lang="zh-TW" altLang="en-US" dirty="0"/>
              <a:t>有人告訴迦薩人說：「參孫到這裡來了！」他們就把他團團圍住，終夜在城門悄悄埋伏，說：「等到天亮我們便殺他。」</a:t>
            </a:r>
          </a:p>
        </p:txBody>
      </p:sp>
    </p:spTree>
    <p:extLst>
      <p:ext uri="{BB962C8B-B14F-4D97-AF65-F5344CB8AC3E}">
        <p14:creationId xmlns:p14="http://schemas.microsoft.com/office/powerpoint/2010/main" val="4149936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002A8-47D1-D290-8059-A1DE906A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3D0A6C-CA27-8A3E-77CE-AB80F225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1-5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93957E-B54F-92F4-7F0B-B080EF6E1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809625" indent="-809625"/>
            <a:r>
              <a:rPr lang="en-US" altLang="zh-TW" dirty="0"/>
              <a:t>3.</a:t>
            </a:r>
            <a:r>
              <a:rPr lang="zh-TW" altLang="en-US" dirty="0"/>
              <a:t>參孫睡到半夜，起來，將城門的門扇、門框、門閂，一齊拆下來，扛在肩上，扛到希伯崙前的山頂上。</a:t>
            </a:r>
          </a:p>
        </p:txBody>
      </p:sp>
    </p:spTree>
    <p:extLst>
      <p:ext uri="{BB962C8B-B14F-4D97-AF65-F5344CB8AC3E}">
        <p14:creationId xmlns:p14="http://schemas.microsoft.com/office/powerpoint/2010/main" val="2021443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FFB4E-56DD-C5B1-DEFE-F6D95AA44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C61612-64BA-584F-EC8F-E613F6D58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1-5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B19C55-6858-C2F6-29CB-971FF3F72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809625" indent="-809625"/>
            <a:r>
              <a:rPr lang="en-US" altLang="zh-TW" dirty="0"/>
              <a:t>4.</a:t>
            </a:r>
            <a:r>
              <a:rPr lang="zh-TW" altLang="en-US" dirty="0"/>
              <a:t>後來，參孫在梭烈谷喜愛一個婦人，名叫大利拉。</a:t>
            </a:r>
          </a:p>
        </p:txBody>
      </p:sp>
    </p:spTree>
    <p:extLst>
      <p:ext uri="{BB962C8B-B14F-4D97-AF65-F5344CB8AC3E}">
        <p14:creationId xmlns:p14="http://schemas.microsoft.com/office/powerpoint/2010/main" val="2963570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70555-933E-A7A9-21EE-ACF20AE77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FAB955-C9E2-2B25-6986-7CF4C587B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1-5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685911-1F23-3F1F-5D5F-A3A0136BB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625475" indent="-625475"/>
            <a:r>
              <a:rPr lang="en-US" altLang="zh-TW" sz="6000" dirty="0"/>
              <a:t>5.</a:t>
            </a:r>
            <a:r>
              <a:rPr lang="zh-TW" altLang="en-US" sz="6000" dirty="0"/>
              <a:t>非利士人的首領上去見那婦人，對她說：「求你誆哄參孫，探探他因何有這麼大的力氣，我們用何法能勝他，捆綁剋制他。我們就每人給你一千一百舍客勒銀子。」</a:t>
            </a:r>
          </a:p>
        </p:txBody>
      </p:sp>
    </p:spTree>
    <p:extLst>
      <p:ext uri="{BB962C8B-B14F-4D97-AF65-F5344CB8AC3E}">
        <p14:creationId xmlns:p14="http://schemas.microsoft.com/office/powerpoint/2010/main" val="2180297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1A53A-BB12-4F19-3D3E-154DE84DF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79B2B8-8D75-6F9D-124E-0B047B88C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箴言十八章</a:t>
            </a:r>
            <a:r>
              <a:rPr lang="en-US" altLang="zh-TW" dirty="0"/>
              <a:t>12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114AFC-D3CC-A4CF-E153-C227DA322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>
              <a:tabLst>
                <a:tab pos="1343025" algn="l"/>
              </a:tabLst>
            </a:pPr>
            <a:r>
              <a:rPr lang="en-US" altLang="zh-TW" dirty="0"/>
              <a:t>12.</a:t>
            </a:r>
            <a:r>
              <a:rPr lang="zh-TW" altLang="en-US" dirty="0"/>
              <a:t>敗壞之先，人心驕傲；尊榮以前，必有謙卑。</a:t>
            </a:r>
          </a:p>
        </p:txBody>
      </p:sp>
    </p:spTree>
    <p:extLst>
      <p:ext uri="{BB962C8B-B14F-4D97-AF65-F5344CB8AC3E}">
        <p14:creationId xmlns:p14="http://schemas.microsoft.com/office/powerpoint/2010/main" val="1184550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05168-6FE6-0A4D-6994-213AD3BE5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21126BA-1C35-D6C0-80FD-E6A4B2BAD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837929"/>
            <a:ext cx="12192000" cy="1182142"/>
          </a:xfrm>
        </p:spPr>
        <p:txBody>
          <a:bodyPr/>
          <a:lstStyle/>
          <a:p>
            <a:pPr marL="342900" indent="-342900"/>
            <a:r>
              <a:rPr lang="zh-TW" altLang="en-US" sz="7200" dirty="0">
                <a:solidFill>
                  <a:srgbClr val="800000"/>
                </a:solidFill>
              </a:rPr>
              <a:t>二、驕傲使人輕忽試探</a:t>
            </a:r>
          </a:p>
        </p:txBody>
      </p:sp>
    </p:spTree>
    <p:extLst>
      <p:ext uri="{BB962C8B-B14F-4D97-AF65-F5344CB8AC3E}">
        <p14:creationId xmlns:p14="http://schemas.microsoft.com/office/powerpoint/2010/main" val="2129243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E656C-E0E6-6E0C-EED4-176780992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A425DE-62B6-0C3C-E708-9D2DB7CD5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6-14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40155E-7C14-D352-CC93-64A67B883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1928648" cy="5732462"/>
          </a:xfrm>
        </p:spPr>
        <p:txBody>
          <a:bodyPr/>
          <a:lstStyle/>
          <a:p>
            <a:pPr marL="809625" indent="-809625"/>
            <a:r>
              <a:rPr lang="en-US" altLang="zh-TW" dirty="0"/>
              <a:t>6.</a:t>
            </a:r>
            <a:r>
              <a:rPr lang="zh-TW" altLang="en-US" dirty="0"/>
              <a:t>大利拉對參孫說：「求你告訴我，你因何有這麼大的力氣，當用何法捆綁剋制你。」</a:t>
            </a:r>
          </a:p>
        </p:txBody>
      </p:sp>
    </p:spTree>
    <p:extLst>
      <p:ext uri="{BB962C8B-B14F-4D97-AF65-F5344CB8AC3E}">
        <p14:creationId xmlns:p14="http://schemas.microsoft.com/office/powerpoint/2010/main" val="1818263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56A59-8076-77A3-220E-19D4AA153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FC47DD-EFE8-F45B-9563-754167E2E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6-14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A78FD3-6779-3880-6374-A21961D3F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809625" indent="-809625"/>
            <a:r>
              <a:rPr lang="en-US" altLang="zh-TW" dirty="0"/>
              <a:t>7.</a:t>
            </a:r>
            <a:r>
              <a:rPr lang="zh-TW" altLang="en-US" dirty="0"/>
              <a:t>參孫回答說：「人若用七條未乾的青繩子捆綁我，我就軟弱像別人一樣。」</a:t>
            </a:r>
          </a:p>
        </p:txBody>
      </p:sp>
    </p:spTree>
    <p:extLst>
      <p:ext uri="{BB962C8B-B14F-4D97-AF65-F5344CB8AC3E}">
        <p14:creationId xmlns:p14="http://schemas.microsoft.com/office/powerpoint/2010/main" val="324767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C3225-F20C-2674-7FC6-645D9F23D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133362-B711-C8D6-9EA5-B2BC9D4D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6-14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E694DB-5896-8F68-1B46-7FB3C8BDE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809625" indent="-809625"/>
            <a:r>
              <a:rPr lang="en-US" altLang="zh-TW" dirty="0"/>
              <a:t>8.</a:t>
            </a:r>
            <a:r>
              <a:rPr lang="zh-TW" altLang="en-US" dirty="0"/>
              <a:t>於是非利士人的首領拿了七條未乾的青繩子來，交給婦人，她就用繩子捆綁參孫。</a:t>
            </a:r>
          </a:p>
        </p:txBody>
      </p:sp>
    </p:spTree>
    <p:extLst>
      <p:ext uri="{BB962C8B-B14F-4D97-AF65-F5344CB8AC3E}">
        <p14:creationId xmlns:p14="http://schemas.microsoft.com/office/powerpoint/2010/main" val="2522920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A3176-5503-E734-EC2E-F9CFEE1A8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00E9E5-6C73-FDC7-54B1-03E881915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6-14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C16CE0-32D8-5853-73D8-E52818E51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1856640" cy="5732462"/>
          </a:xfrm>
        </p:spPr>
        <p:txBody>
          <a:bodyPr/>
          <a:lstStyle/>
          <a:p>
            <a:pPr marL="714375" indent="-714375"/>
            <a:r>
              <a:rPr lang="en-US" altLang="zh-TW" sz="6400" dirty="0"/>
              <a:t>9.</a:t>
            </a:r>
            <a:r>
              <a:rPr lang="zh-TW" altLang="en-US" sz="6400" dirty="0"/>
              <a:t>有人預先埋伏在婦人的內室裡。婦人說：「參孫哪，非利士人拿你來了！」參孫就掙斷繩子，如掙斷經火的麻線一般。這樣，他力氣的根由人還是不知道。</a:t>
            </a:r>
          </a:p>
        </p:txBody>
      </p:sp>
    </p:spTree>
    <p:extLst>
      <p:ext uri="{BB962C8B-B14F-4D97-AF65-F5344CB8AC3E}">
        <p14:creationId xmlns:p14="http://schemas.microsoft.com/office/powerpoint/2010/main" val="2025438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80E42-B64A-FF86-E780-A0B2BBF61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C526B9-5A0B-BABF-D711-2C2563AE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6-14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F50DB5-D625-97EF-E8A9-7A5929F7A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10.</a:t>
            </a:r>
            <a:r>
              <a:rPr lang="zh-TW" altLang="en-US" dirty="0"/>
              <a:t>大利拉對參孫說：「你欺哄我，向我說謊言。現在求你告訴我當用何法捆綁你。」</a:t>
            </a:r>
          </a:p>
        </p:txBody>
      </p:sp>
    </p:spTree>
    <p:extLst>
      <p:ext uri="{BB962C8B-B14F-4D97-AF65-F5344CB8AC3E}">
        <p14:creationId xmlns:p14="http://schemas.microsoft.com/office/powerpoint/2010/main" val="2911762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CD252-0EAB-B63C-F822-22C9CBFCE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FD9DF3-DF6F-0473-E7EA-60819D79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6-14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67895E-923A-67AE-0095-2A11A5CC3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11.</a:t>
            </a:r>
            <a:r>
              <a:rPr lang="zh-TW" altLang="en-US" dirty="0"/>
              <a:t>參孫回答說：「人若用沒有使過的新繩捆綁我，我就軟弱像別人一樣。」</a:t>
            </a:r>
          </a:p>
        </p:txBody>
      </p:sp>
    </p:spTree>
    <p:extLst>
      <p:ext uri="{BB962C8B-B14F-4D97-AF65-F5344CB8AC3E}">
        <p14:creationId xmlns:p14="http://schemas.microsoft.com/office/powerpoint/2010/main" val="1868960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7BC21-AB8E-722B-809A-5A847AE63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7F3F4A-DBB5-2EEB-2F9E-87A022E08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6-14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77C45C-406C-C7CC-647D-698A5BF62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257300" indent="-1257300"/>
            <a:r>
              <a:rPr lang="en-US" altLang="zh-TW" sz="6600" dirty="0"/>
              <a:t>12.</a:t>
            </a:r>
            <a:r>
              <a:rPr lang="zh-TW" altLang="en-US" sz="6600" dirty="0"/>
              <a:t>大利拉就用新繩捆綁他，對他說：「參孫哪，非利士人拿你來了！」有人預先埋伏在內室裡。參孫將臂上的繩掙斷了，如掙斷一條線一樣。</a:t>
            </a:r>
          </a:p>
        </p:txBody>
      </p:sp>
    </p:spTree>
    <p:extLst>
      <p:ext uri="{BB962C8B-B14F-4D97-AF65-F5344CB8AC3E}">
        <p14:creationId xmlns:p14="http://schemas.microsoft.com/office/powerpoint/2010/main" val="2613486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D74CE-4EA8-924E-4E91-1784A82A4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2733BD-E5D7-5CA6-E764-5D52C6459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6-14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BDC8F9-2157-E301-68D0-D73E3DF87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162050" indent="-1162050"/>
            <a:r>
              <a:rPr lang="en-US" altLang="zh-TW" sz="6400" dirty="0"/>
              <a:t>13.</a:t>
            </a:r>
            <a:r>
              <a:rPr lang="zh-TW" altLang="en-US" sz="6400" dirty="0"/>
              <a:t>大利拉對參孫說：「你到如今還是欺哄我，向我說謊言。求你告訴我，當用何法捆綁你。」參孫回答說：「你若將我頭上的七條髮綹，與緯線同織就可以了。」</a:t>
            </a:r>
          </a:p>
        </p:txBody>
      </p:sp>
    </p:spTree>
    <p:extLst>
      <p:ext uri="{BB962C8B-B14F-4D97-AF65-F5344CB8AC3E}">
        <p14:creationId xmlns:p14="http://schemas.microsoft.com/office/powerpoint/2010/main" val="353902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D4682-309F-0AFA-B089-B7855E389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7FED84-8C9D-5AE4-D3FA-3BF284356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6-14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AC7BFE-A4E4-8D30-8CEF-BD8E525C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166813" indent="-1166813"/>
            <a:r>
              <a:rPr lang="en-US" altLang="zh-TW" sz="6400" dirty="0"/>
              <a:t>14.</a:t>
            </a:r>
            <a:r>
              <a:rPr lang="zh-TW" altLang="en-US" sz="6400" dirty="0"/>
              <a:t>於是大利拉將他的髮綹與緯線同織，用橛子釘住，對他說：「參孫哪，非利士人拿你來了！」參孫從睡中醒來，將機上的橛子和緯線一齊都拔出來了。</a:t>
            </a:r>
          </a:p>
        </p:txBody>
      </p:sp>
    </p:spTree>
    <p:extLst>
      <p:ext uri="{BB962C8B-B14F-4D97-AF65-F5344CB8AC3E}">
        <p14:creationId xmlns:p14="http://schemas.microsoft.com/office/powerpoint/2010/main" val="39563551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7648B-B26B-05DC-7151-9E50C5ECE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6A18BC-F48E-E586-B5E7-C92E7A2A0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提摩太後書二章</a:t>
            </a:r>
            <a:r>
              <a:rPr lang="en-US" altLang="zh-TW" dirty="0"/>
              <a:t>22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D63D7B-7896-C9FB-63FC-3769955CF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22.</a:t>
            </a:r>
            <a:r>
              <a:rPr lang="zh-TW" altLang="en-US" dirty="0"/>
              <a:t>你要逃避少年的私慾，同那清心禱告主的人追求公義、信德、仁愛、和平。</a:t>
            </a:r>
          </a:p>
        </p:txBody>
      </p:sp>
    </p:spTree>
    <p:extLst>
      <p:ext uri="{BB962C8B-B14F-4D97-AF65-F5344CB8AC3E}">
        <p14:creationId xmlns:p14="http://schemas.microsoft.com/office/powerpoint/2010/main" val="3407432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BB04A-CDA4-D8B9-1A26-FECF80D7A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9A25CE-96BF-FA94-C98A-D945B2C9C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837929"/>
            <a:ext cx="12192000" cy="1182142"/>
          </a:xfrm>
        </p:spPr>
        <p:txBody>
          <a:bodyPr/>
          <a:lstStyle/>
          <a:p>
            <a:pPr marL="342900" indent="-342900"/>
            <a:r>
              <a:rPr lang="zh-TW" altLang="en-US" sz="7200" dirty="0">
                <a:solidFill>
                  <a:srgbClr val="800000"/>
                </a:solidFill>
              </a:rPr>
              <a:t>三、驕傲使人輕忽神恩</a:t>
            </a:r>
          </a:p>
        </p:txBody>
      </p:sp>
    </p:spTree>
    <p:extLst>
      <p:ext uri="{BB962C8B-B14F-4D97-AF65-F5344CB8AC3E}">
        <p14:creationId xmlns:p14="http://schemas.microsoft.com/office/powerpoint/2010/main" val="4282237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0729-E71C-A9F4-6268-AE101B63E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FD1EB9-905F-D702-CC6C-3641D7997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15-17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8C7CFF-42AC-BF76-1063-156C30B72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15.</a:t>
            </a:r>
            <a:r>
              <a:rPr lang="zh-TW" altLang="en-US" dirty="0"/>
              <a:t>大利拉對參孫說：「你既不與我同心，怎麼說你愛我呢？你這三次欺哄我，沒有告訴我，你因何有這麼大的力氣。」</a:t>
            </a:r>
          </a:p>
        </p:txBody>
      </p:sp>
    </p:spTree>
    <p:extLst>
      <p:ext uri="{BB962C8B-B14F-4D97-AF65-F5344CB8AC3E}">
        <p14:creationId xmlns:p14="http://schemas.microsoft.com/office/powerpoint/2010/main" val="4267349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0CC66-E34A-DDB4-FFC1-6DFF06AB4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62B3BA-60C0-4539-D0BE-7F8216A5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15-17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CE70D0-1127-3B65-8087-BA8930E81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16.</a:t>
            </a:r>
            <a:r>
              <a:rPr lang="zh-TW" altLang="en-US" dirty="0"/>
              <a:t>大利拉天天用話催逼他，甚至他心裡煩悶要死。</a:t>
            </a:r>
          </a:p>
        </p:txBody>
      </p:sp>
    </p:spTree>
    <p:extLst>
      <p:ext uri="{BB962C8B-B14F-4D97-AF65-F5344CB8AC3E}">
        <p14:creationId xmlns:p14="http://schemas.microsoft.com/office/powerpoint/2010/main" val="35449726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F3C07-E420-5FAB-117E-92E77AF71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61FC52-8EE3-310C-BC22-0E75523C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15-17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6B8A09-F7F5-40D0-4EA8-DFE2BAD2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1928648" cy="5732462"/>
          </a:xfrm>
        </p:spPr>
        <p:txBody>
          <a:bodyPr/>
          <a:lstStyle/>
          <a:p>
            <a:pPr marL="1162050" indent="-1162050"/>
            <a:r>
              <a:rPr lang="en-US" altLang="zh-TW" sz="6000" dirty="0"/>
              <a:t>17.</a:t>
            </a:r>
            <a:r>
              <a:rPr lang="zh-TW" altLang="en-US" sz="6000" dirty="0"/>
              <a:t>參孫就把心中所藏的都告訴了她，對她說：「向來人沒有用剃頭刀剃我的頭，因為我自出母胎就歸　神作拿細耳人；若剃了我的頭髮，我的力氣就離開我，我便軟弱像別人一樣。」</a:t>
            </a:r>
          </a:p>
        </p:txBody>
      </p:sp>
    </p:spTree>
    <p:extLst>
      <p:ext uri="{BB962C8B-B14F-4D97-AF65-F5344CB8AC3E}">
        <p14:creationId xmlns:p14="http://schemas.microsoft.com/office/powerpoint/2010/main" val="2797881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E321B-1248-3BCB-E940-8C2180DB9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D57937E-DC79-B8EE-A3A6-5DF7A4B7F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708921"/>
            <a:ext cx="12192000" cy="1152128"/>
          </a:xfrm>
        </p:spPr>
        <p:txBody>
          <a:bodyPr/>
          <a:lstStyle/>
          <a:p>
            <a:pPr marL="342900" indent="-342900"/>
            <a:r>
              <a:rPr lang="zh-TW" altLang="en-US" sz="7200" dirty="0">
                <a:solidFill>
                  <a:srgbClr val="800000"/>
                </a:solidFill>
              </a:rPr>
              <a:t>四、驕傲帶來羞辱與毀滅</a:t>
            </a:r>
          </a:p>
        </p:txBody>
      </p:sp>
    </p:spTree>
    <p:extLst>
      <p:ext uri="{BB962C8B-B14F-4D97-AF65-F5344CB8AC3E}">
        <p14:creationId xmlns:p14="http://schemas.microsoft.com/office/powerpoint/2010/main" val="40143998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09E2-BEA3-EF75-BAD3-E9251341F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545E8C-B7FE-D6A8-2A8C-E78FD3D6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20-25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5635F0-8EC2-AD31-1527-6A61D2240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166813" indent="-1166813"/>
            <a:r>
              <a:rPr lang="en-US" altLang="zh-TW" sz="6400" dirty="0"/>
              <a:t>20.</a:t>
            </a:r>
            <a:r>
              <a:rPr lang="zh-TW" altLang="en-US" sz="6400" dirty="0"/>
              <a:t>大利拉說：「參孫哪，非利士人拿你來了！」參孫從睡中醒來，心裡說：「我要像前幾次出去活動身體」；他卻不知道耶和華已經離開他了。</a:t>
            </a:r>
          </a:p>
        </p:txBody>
      </p:sp>
    </p:spTree>
    <p:extLst>
      <p:ext uri="{BB962C8B-B14F-4D97-AF65-F5344CB8AC3E}">
        <p14:creationId xmlns:p14="http://schemas.microsoft.com/office/powerpoint/2010/main" val="32773233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D9E0E-BDA4-E975-F844-B73A811AE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D00A1-ECA0-E8A6-474F-0BF3C4F9D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20-25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D16E90-DF38-CE21-2F79-FDDB18424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21.</a:t>
            </a:r>
            <a:r>
              <a:rPr lang="zh-TW" altLang="en-US" dirty="0"/>
              <a:t>非利士人將他拿住，剜了他的眼睛，帶他下到迦薩，用銅鍊拘索他；他就在監裡推磨。</a:t>
            </a:r>
          </a:p>
        </p:txBody>
      </p:sp>
    </p:spTree>
    <p:extLst>
      <p:ext uri="{BB962C8B-B14F-4D97-AF65-F5344CB8AC3E}">
        <p14:creationId xmlns:p14="http://schemas.microsoft.com/office/powerpoint/2010/main" val="18633822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7C39D-A90A-BA94-8E4D-B3A4D7E2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CAAD2F-F8A2-56DB-0E30-8C054B6C5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20-25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1EDA7A-66DC-5CEB-7818-231B85E06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22.</a:t>
            </a:r>
            <a:r>
              <a:rPr lang="zh-TW" altLang="en-US" dirty="0"/>
              <a:t>然而他的頭髮被剃之後，又漸漸長起來了。</a:t>
            </a:r>
          </a:p>
        </p:txBody>
      </p:sp>
    </p:spTree>
    <p:extLst>
      <p:ext uri="{BB962C8B-B14F-4D97-AF65-F5344CB8AC3E}">
        <p14:creationId xmlns:p14="http://schemas.microsoft.com/office/powerpoint/2010/main" val="4894882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02899-CD9A-C2D3-D53E-A6ECB12A4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0EBEAB-8FBD-E3C1-8C7C-BE2F3743C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20-25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4C7817-3467-2239-309D-EC6E57BE5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23.</a:t>
            </a:r>
            <a:r>
              <a:rPr lang="zh-TW" altLang="en-US" dirty="0"/>
              <a:t>非利士人的首領聚集，要給他們的神大袞獻大祭，並且歡樂，因為他們說：「我們的神將我們的仇敵參孫交在我們手中了。」</a:t>
            </a:r>
          </a:p>
        </p:txBody>
      </p:sp>
    </p:spTree>
    <p:extLst>
      <p:ext uri="{BB962C8B-B14F-4D97-AF65-F5344CB8AC3E}">
        <p14:creationId xmlns:p14="http://schemas.microsoft.com/office/powerpoint/2010/main" val="268725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2B90E-5B52-73C4-CADC-E183FE117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7BA202-189E-90DA-5845-4A870B5F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20-25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36FE7C-26E6-8155-E952-6E7D559F7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24.</a:t>
            </a:r>
            <a:r>
              <a:rPr lang="zh-TW" altLang="en-US" dirty="0"/>
              <a:t>眾人看見參孫，就讚美他們的神說：「我們的神將毀壞我們地、殺害我們許多人的仇敵交在我們手中了。」</a:t>
            </a:r>
          </a:p>
        </p:txBody>
      </p:sp>
    </p:spTree>
    <p:extLst>
      <p:ext uri="{BB962C8B-B14F-4D97-AF65-F5344CB8AC3E}">
        <p14:creationId xmlns:p14="http://schemas.microsoft.com/office/powerpoint/2010/main" val="16616090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D2B68-84B8-4D1F-3AF4-3D228EF00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E9E7DD-26ED-D763-80C6-5BD7A82D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20-25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9A8864-C393-98F8-6B93-B53C1EC9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162050" indent="-1162050"/>
            <a:r>
              <a:rPr lang="en-US" altLang="zh-TW" sz="6500" dirty="0"/>
              <a:t>25.</a:t>
            </a:r>
            <a:r>
              <a:rPr lang="zh-TW" altLang="en-US" sz="6500" dirty="0"/>
              <a:t>他們正宴樂的時候，就說：「叫參孫來，在我們面前戲耍戲耍。」於是將參孫從監裡提出來，他就在眾人面前戲耍。他們使他站在兩柱中間。</a:t>
            </a:r>
          </a:p>
        </p:txBody>
      </p:sp>
    </p:spTree>
    <p:extLst>
      <p:ext uri="{BB962C8B-B14F-4D97-AF65-F5344CB8AC3E}">
        <p14:creationId xmlns:p14="http://schemas.microsoft.com/office/powerpoint/2010/main" val="10553359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1C61D-B644-074E-95B5-288510676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ACCB7E-6201-5BF1-CA74-B002172D7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708921"/>
            <a:ext cx="12192000" cy="1152128"/>
          </a:xfrm>
        </p:spPr>
        <p:txBody>
          <a:bodyPr/>
          <a:lstStyle/>
          <a:p>
            <a:r>
              <a:rPr lang="zh-TW" altLang="en-US" sz="7200" dirty="0">
                <a:solidFill>
                  <a:srgbClr val="800000"/>
                </a:solidFill>
              </a:rPr>
              <a:t>五、謙卑悔改帶來翻轉</a:t>
            </a:r>
          </a:p>
        </p:txBody>
      </p:sp>
    </p:spTree>
    <p:extLst>
      <p:ext uri="{BB962C8B-B14F-4D97-AF65-F5344CB8AC3E}">
        <p14:creationId xmlns:p14="http://schemas.microsoft.com/office/powerpoint/2010/main" val="37580672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CD088-F53D-FD26-666C-341B8E6A2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30A461-260B-F907-F273-A2AA72499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20-25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2C76C6-0D9C-7CD7-AB80-87023A433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28.</a:t>
            </a:r>
            <a:r>
              <a:rPr lang="zh-TW" altLang="en-US" dirty="0"/>
              <a:t>參孫求告耶和華說：「主耶和華啊，求你眷念我。　神啊，求你賜我這一次的力量，使我在非利士人身上報那剜我雙眼的仇。」</a:t>
            </a:r>
          </a:p>
        </p:txBody>
      </p:sp>
    </p:spTree>
    <p:extLst>
      <p:ext uri="{BB962C8B-B14F-4D97-AF65-F5344CB8AC3E}">
        <p14:creationId xmlns:p14="http://schemas.microsoft.com/office/powerpoint/2010/main" val="31733773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F967-1E60-D101-3E33-3607C757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201A79-40E3-82C9-BAC2-D47B06CB3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20-25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7AB9D4-6BFE-D278-BDC3-A8B9BF8CB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436688" indent="-1436688"/>
            <a:r>
              <a:rPr lang="en-US" altLang="zh-TW" sz="8000" dirty="0"/>
              <a:t>29.</a:t>
            </a:r>
            <a:r>
              <a:rPr lang="zh-TW" altLang="en-US" sz="8000" dirty="0"/>
              <a:t>參孫就抱住托房的那兩根柱子：左手抱一根，右手抱一根，</a:t>
            </a:r>
          </a:p>
        </p:txBody>
      </p:sp>
    </p:spTree>
    <p:extLst>
      <p:ext uri="{BB962C8B-B14F-4D97-AF65-F5344CB8AC3E}">
        <p14:creationId xmlns:p14="http://schemas.microsoft.com/office/powerpoint/2010/main" val="13517926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15393-53A9-82A0-370A-DA4181667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B1FDC6-4912-BD58-28FD-A95ECED3C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士師記十六章</a:t>
            </a:r>
            <a:r>
              <a:rPr lang="en-US" altLang="zh-TW" dirty="0"/>
              <a:t>20-25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B5983A-6041-9E27-5E4C-5E530C502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257300" indent="-1257300"/>
            <a:r>
              <a:rPr lang="en-US" altLang="zh-TW" sz="6600" dirty="0"/>
              <a:t>30.</a:t>
            </a:r>
            <a:r>
              <a:rPr lang="zh-TW" altLang="en-US" sz="6600" dirty="0"/>
              <a:t>說：「我情願與非利士人同死！」就盡力屈身，房子倒塌，壓住首領和房內的眾人。這樣，參孫死時所殺的人比活著所殺的還多。</a:t>
            </a:r>
          </a:p>
        </p:txBody>
      </p:sp>
    </p:spTree>
    <p:extLst>
      <p:ext uri="{BB962C8B-B14F-4D97-AF65-F5344CB8AC3E}">
        <p14:creationId xmlns:p14="http://schemas.microsoft.com/office/powerpoint/2010/main" val="9120416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FBD6A-4291-5C67-40FA-C3059FAA7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D53C07-76A2-7639-BFAD-20FA03AE2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1079724"/>
          </a:xfrm>
        </p:spPr>
        <p:txBody>
          <a:bodyPr/>
          <a:lstStyle/>
          <a:p>
            <a:r>
              <a:rPr lang="zh-TW" altLang="en-US" dirty="0"/>
              <a:t>五、謙卑悔改帶來翻轉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3F42E3-E935-8828-76D5-A36778C11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2736"/>
            <a:ext cx="12192000" cy="5733827"/>
          </a:xfrm>
        </p:spPr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en-US" dirty="0"/>
              <a:t>回到謙卑的軌道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455134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AF587-72C3-0811-C312-79047034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293DF4-C083-93A3-1EEF-AE413AAE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雅各書四章</a:t>
            </a:r>
            <a:r>
              <a:rPr lang="en-US" altLang="zh-TW" dirty="0"/>
              <a:t>6-10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D64587-3502-C55C-AE26-C7078CB4E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801688" indent="-801688"/>
            <a:r>
              <a:rPr lang="en-US" altLang="zh-TW" dirty="0"/>
              <a:t>6.</a:t>
            </a:r>
            <a:r>
              <a:rPr lang="zh-TW" altLang="en-US" dirty="0"/>
              <a:t>但他賜更多的恩典，所以經上說： 神阻擋驕傲的人，賜恩給謙卑的人。</a:t>
            </a:r>
          </a:p>
        </p:txBody>
      </p:sp>
    </p:spTree>
    <p:extLst>
      <p:ext uri="{BB962C8B-B14F-4D97-AF65-F5344CB8AC3E}">
        <p14:creationId xmlns:p14="http://schemas.microsoft.com/office/powerpoint/2010/main" val="14052871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F330F-7506-CC85-3FC4-16E88477A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F3423D-F99A-0BE7-A52E-229FB507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雅各書四章</a:t>
            </a:r>
            <a:r>
              <a:rPr lang="en-US" altLang="zh-TW" dirty="0"/>
              <a:t>6-10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5197BB-BDA8-F841-9EC6-9B935E354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801688" indent="-801688"/>
            <a:r>
              <a:rPr lang="en-US" altLang="zh-TW" dirty="0"/>
              <a:t>7.</a:t>
            </a:r>
            <a:r>
              <a:rPr lang="zh-TW" altLang="en-US" dirty="0"/>
              <a:t>故此，你們要順服 神。務要抵擋魔鬼，魔鬼就必離開你們逃跑了。</a:t>
            </a:r>
          </a:p>
        </p:txBody>
      </p:sp>
    </p:spTree>
    <p:extLst>
      <p:ext uri="{BB962C8B-B14F-4D97-AF65-F5344CB8AC3E}">
        <p14:creationId xmlns:p14="http://schemas.microsoft.com/office/powerpoint/2010/main" val="40882008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F30C0-5D10-218A-382F-2485EB381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B0037B-BFAC-8BD6-A0CB-C95C7D7CA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雅各書四章</a:t>
            </a:r>
            <a:r>
              <a:rPr lang="en-US" altLang="zh-TW" dirty="0"/>
              <a:t>6-10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212A39-F1D4-C6CD-70A9-8997B8175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1856640" cy="5732462"/>
          </a:xfrm>
        </p:spPr>
        <p:txBody>
          <a:bodyPr/>
          <a:lstStyle/>
          <a:p>
            <a:pPr marL="801688" indent="-801688"/>
            <a:r>
              <a:rPr lang="en-US" altLang="zh-TW" dirty="0"/>
              <a:t>8.</a:t>
            </a:r>
            <a:r>
              <a:rPr lang="zh-TW" altLang="en-US" dirty="0"/>
              <a:t>你們親近 神， 神就必親近你們。有罪的人哪，要潔淨你們的手！心懷二意的人哪，要清潔你們的心！</a:t>
            </a:r>
          </a:p>
        </p:txBody>
      </p:sp>
    </p:spTree>
    <p:extLst>
      <p:ext uri="{BB962C8B-B14F-4D97-AF65-F5344CB8AC3E}">
        <p14:creationId xmlns:p14="http://schemas.microsoft.com/office/powerpoint/2010/main" val="21511583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A234F-0BFE-5518-CDE7-D527DE298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710E99-285B-9D68-DCBE-5D9FFC320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雅各書四章</a:t>
            </a:r>
            <a:r>
              <a:rPr lang="en-US" altLang="zh-TW" dirty="0"/>
              <a:t>6-10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0CF281-35CD-2E7E-DDD3-40A3DC1BB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809625" indent="-809625"/>
            <a:r>
              <a:rPr lang="en-US" altLang="zh-TW" dirty="0"/>
              <a:t>9.</a:t>
            </a:r>
            <a:r>
              <a:rPr lang="zh-TW" altLang="en-US" dirty="0"/>
              <a:t>你們要愁苦、悲哀、哭泣，將喜笑變作悲哀，歡樂變作愁悶。</a:t>
            </a:r>
          </a:p>
        </p:txBody>
      </p:sp>
    </p:spTree>
    <p:extLst>
      <p:ext uri="{BB962C8B-B14F-4D97-AF65-F5344CB8AC3E}">
        <p14:creationId xmlns:p14="http://schemas.microsoft.com/office/powerpoint/2010/main" val="22820886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25087-D2B4-949A-F4EE-0FEBE7063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A5FB43-7796-B7B2-6C75-C68E44E4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雅各書四章</a:t>
            </a:r>
            <a:r>
              <a:rPr lang="en-US" altLang="zh-TW" dirty="0"/>
              <a:t>6-10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6088FC-7983-9B48-57F2-47782821F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10.</a:t>
            </a:r>
            <a:r>
              <a:rPr lang="zh-TW" altLang="en-US" dirty="0"/>
              <a:t>務要在主面前自卑，主就必叫你們升高。</a:t>
            </a:r>
          </a:p>
        </p:txBody>
      </p:sp>
    </p:spTree>
    <p:extLst>
      <p:ext uri="{BB962C8B-B14F-4D97-AF65-F5344CB8AC3E}">
        <p14:creationId xmlns:p14="http://schemas.microsoft.com/office/powerpoint/2010/main" val="33681792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83D8F-9CDD-9D99-B925-F52746773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0F79F0-7A40-D228-38D8-54FC35639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1079724"/>
          </a:xfrm>
        </p:spPr>
        <p:txBody>
          <a:bodyPr/>
          <a:lstStyle/>
          <a:p>
            <a:r>
              <a:rPr lang="zh-TW" altLang="en-US" dirty="0"/>
              <a:t>五、謙卑悔改帶來翻轉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79CA5E-9AD2-6DEC-B42F-8CC4782FB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2736"/>
            <a:ext cx="12192000" cy="5733827"/>
          </a:xfrm>
        </p:spPr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en-US" dirty="0"/>
              <a:t>回到謙卑的軌道</a:t>
            </a:r>
            <a:endParaRPr lang="en-US" altLang="zh-TW" dirty="0"/>
          </a:p>
          <a:p>
            <a:pPr algn="ctr"/>
            <a:r>
              <a:rPr lang="en-US" altLang="zh-TW" dirty="0"/>
              <a:t>2.</a:t>
            </a:r>
            <a:r>
              <a:rPr lang="zh-TW" altLang="en-US" dirty="0"/>
              <a:t>回到愛神的軌道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808638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53085-26D9-F2C7-B99C-862E9F8E3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8CC033-75C5-2005-A5B2-966212AE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約翰一書二章</a:t>
            </a:r>
            <a:r>
              <a:rPr lang="en-US" altLang="zh-TW" dirty="0"/>
              <a:t>15-17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F822D2-9878-2642-DDCA-46A970822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15.</a:t>
            </a:r>
            <a:r>
              <a:rPr lang="zh-TW" altLang="en-US" dirty="0"/>
              <a:t>不要愛世界和世界上的事。人若愛世界，愛父的心就不在他裡面了。</a:t>
            </a:r>
          </a:p>
        </p:txBody>
      </p:sp>
    </p:spTree>
    <p:extLst>
      <p:ext uri="{BB962C8B-B14F-4D97-AF65-F5344CB8AC3E}">
        <p14:creationId xmlns:p14="http://schemas.microsoft.com/office/powerpoint/2010/main" val="20090439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64B2D-A486-33A7-FA4A-B3CF8D55B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2BEAFD-B653-A868-B934-6F9BF72F9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約翰一書二章</a:t>
            </a:r>
            <a:r>
              <a:rPr lang="en-US" altLang="zh-TW" dirty="0"/>
              <a:t>15-17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7B6E7C-C561-A540-F8AF-0CB81676E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16.</a:t>
            </a:r>
            <a:r>
              <a:rPr lang="zh-TW" altLang="en-US" dirty="0"/>
              <a:t>因為，凡世界上的事，就像肉體的情慾、眼目的情慾，並今生的驕傲，都不是從父來的，乃是從世界來的。</a:t>
            </a:r>
          </a:p>
        </p:txBody>
      </p:sp>
    </p:spTree>
    <p:extLst>
      <p:ext uri="{BB962C8B-B14F-4D97-AF65-F5344CB8AC3E}">
        <p14:creationId xmlns:p14="http://schemas.microsoft.com/office/powerpoint/2010/main" val="24189600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B424E-A06C-3907-78A9-AF94BC791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3D8F82-18CE-BA31-B3F5-6151754D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約翰一書二章</a:t>
            </a:r>
            <a:r>
              <a:rPr lang="en-US" altLang="zh-TW" dirty="0"/>
              <a:t>15-17</a:t>
            </a:r>
            <a:r>
              <a:rPr lang="zh-TW" altLang="en-US" dirty="0"/>
              <a:t>節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A7BA33-61E6-7FBD-F72C-BE72961D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12192000" cy="5732462"/>
          </a:xfrm>
        </p:spPr>
        <p:txBody>
          <a:bodyPr/>
          <a:lstStyle/>
          <a:p>
            <a:pPr marL="1343025" indent="-1343025"/>
            <a:r>
              <a:rPr lang="en-US" altLang="zh-TW" dirty="0"/>
              <a:t>17.</a:t>
            </a:r>
            <a:r>
              <a:rPr lang="zh-TW" altLang="en-US" dirty="0"/>
              <a:t>這世界和其上的情慾都要過去，</a:t>
            </a:r>
            <a:r>
              <a:rPr lang="zh-TW" altLang="en-US"/>
              <a:t>惟獨遵行 神</a:t>
            </a:r>
            <a:r>
              <a:rPr lang="zh-TW" altLang="en-US" dirty="0"/>
              <a:t>旨意的，是永遠常存。</a:t>
            </a:r>
          </a:p>
        </p:txBody>
      </p:sp>
    </p:spTree>
    <p:extLst>
      <p:ext uri="{BB962C8B-B14F-4D97-AF65-F5344CB8AC3E}">
        <p14:creationId xmlns:p14="http://schemas.microsoft.com/office/powerpoint/2010/main" val="3318059360"/>
      </p:ext>
    </p:extLst>
  </p:cSld>
  <p:clrMapOvr>
    <a:masterClrMapping/>
  </p:clrMapOvr>
</p:sld>
</file>

<file path=ppt/theme/theme1.xml><?xml version="1.0" encoding="utf-8"?>
<a:theme xmlns:a="http://schemas.openxmlformats.org/drawingml/2006/main" name="202204PPT底圖">
  <a:themeElements>
    <a:clrScheme name="09復活節範本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9復活節範本">
      <a:majorFont>
        <a:latin typeface="華康中黑體(P)-UN"/>
        <a:ea typeface="華康中黑體(P)-UN"/>
        <a:cs typeface="華康中黑體(P)-UN"/>
      </a:majorFont>
      <a:minorFont>
        <a:latin typeface="華康中黑體(P)-UN"/>
        <a:ea typeface="華康中黑體(P)-UN"/>
        <a:cs typeface="華康中黑體(P)-U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9復活節範本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204PPT底圖" id="{131F075F-BC36-4B3D-8EB1-4EA938A7CD2C}" vid="{DE8F457E-D6F1-452E-AFCB-48FEDF850E8F}"/>
    </a:ext>
  </a:extLst>
</a:theme>
</file>

<file path=ppt/theme/theme2.xml><?xml version="1.0" encoding="utf-8"?>
<a:theme xmlns:a="http://schemas.openxmlformats.org/drawingml/2006/main" name="202212背景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文鼎粗黑"/>
        <a:cs typeface=""/>
      </a:majorFont>
      <a:minorFont>
        <a:latin typeface="Arial"/>
        <a:ea typeface="文鼎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212背景" id="{2C610152-3E8B-4CCF-AD22-29BF60992053}" vid="{22A53133-0E3F-4F69-8AF0-A29A0B5084CC}"/>
    </a:ext>
  </a:extLst>
</a:theme>
</file>

<file path=ppt/theme/theme3.xml><?xml version="1.0" encoding="utf-8"?>
<a:theme xmlns:a="http://schemas.openxmlformats.org/drawingml/2006/main" name="202106範本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預設簡報設計">
      <a:majorFont>
        <a:latin typeface="Times New Roman"/>
        <a:ea typeface="文鼎粗黑"/>
        <a:cs typeface=""/>
      </a:majorFont>
      <a:minorFont>
        <a:latin typeface="Times New Roman"/>
        <a:ea typeface="文鼎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快樂拍手" id="{8DBAD413-2AE7-B24F-AD5D-12B2F18EB3E4}" vid="{A15738F1-EDA2-7449-A8C2-16450EFBC9E9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202204PPT底圖</Template>
  <TotalTime>6336</TotalTime>
  <Words>2117</Words>
  <Application>Microsoft Office PowerPoint</Application>
  <PresentationFormat>寬螢幕</PresentationFormat>
  <Paragraphs>109</Paragraphs>
  <Slides>54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54</vt:i4>
      </vt:variant>
    </vt:vector>
  </HeadingPairs>
  <TitlesOfParts>
    <vt:vector size="64" baseType="lpstr">
      <vt:lpstr>華康中黑體(P)-UN</vt:lpstr>
      <vt:lpstr>華康行楷體 Std W5</vt:lpstr>
      <vt:lpstr>Microsoft JhengHei</vt:lpstr>
      <vt:lpstr>Microsoft JhengHei</vt:lpstr>
      <vt:lpstr>Arial</vt:lpstr>
      <vt:lpstr>Calibri</vt:lpstr>
      <vt:lpstr>Times New Roman</vt:lpstr>
      <vt:lpstr>202204PPT底圖</vt:lpstr>
      <vt:lpstr>202212背景</vt:lpstr>
      <vt:lpstr>202106範本</vt:lpstr>
      <vt:lpstr>士師記十六章</vt:lpstr>
      <vt:lpstr>士師記十六章</vt:lpstr>
      <vt:lpstr>士師記十六章</vt:lpstr>
      <vt:lpstr>士師記十六章</vt:lpstr>
      <vt:lpstr>士師記十六章</vt:lpstr>
      <vt:lpstr>士師記十六章</vt:lpstr>
      <vt:lpstr>士師記十六章</vt:lpstr>
      <vt:lpstr>士師記十六章</vt:lpstr>
      <vt:lpstr>士師記十六章</vt:lpstr>
      <vt:lpstr>PowerPoint 簡報</vt:lpstr>
      <vt:lpstr>PowerPoint 簡報</vt:lpstr>
      <vt:lpstr>PowerPoint 簡報</vt:lpstr>
      <vt:lpstr>士師記十六章1-5節</vt:lpstr>
      <vt:lpstr>士師記十六章1-5節</vt:lpstr>
      <vt:lpstr>士師記十六章1-5節</vt:lpstr>
      <vt:lpstr>士師記十六章1-5節</vt:lpstr>
      <vt:lpstr>士師記十六章1-5節</vt:lpstr>
      <vt:lpstr>箴言十八章12節</vt:lpstr>
      <vt:lpstr>PowerPoint 簡報</vt:lpstr>
      <vt:lpstr>士師記十六章6-14節</vt:lpstr>
      <vt:lpstr>士師記十六章6-14節</vt:lpstr>
      <vt:lpstr>士師記十六章6-14節</vt:lpstr>
      <vt:lpstr>士師記十六章6-14節</vt:lpstr>
      <vt:lpstr>士師記十六章6-14節</vt:lpstr>
      <vt:lpstr>士師記十六章6-14節</vt:lpstr>
      <vt:lpstr>士師記十六章6-14節</vt:lpstr>
      <vt:lpstr>士師記十六章6-14節</vt:lpstr>
      <vt:lpstr>士師記十六章6-14節</vt:lpstr>
      <vt:lpstr>提摩太後書二章22節</vt:lpstr>
      <vt:lpstr>PowerPoint 簡報</vt:lpstr>
      <vt:lpstr>士師記十六章15-17節</vt:lpstr>
      <vt:lpstr>士師記十六章15-17節</vt:lpstr>
      <vt:lpstr>士師記十六章15-17節</vt:lpstr>
      <vt:lpstr>PowerPoint 簡報</vt:lpstr>
      <vt:lpstr>士師記十六章20-25節</vt:lpstr>
      <vt:lpstr>士師記十六章20-25節</vt:lpstr>
      <vt:lpstr>士師記十六章20-25節</vt:lpstr>
      <vt:lpstr>士師記十六章20-25節</vt:lpstr>
      <vt:lpstr>士師記十六章20-25節</vt:lpstr>
      <vt:lpstr>士師記十六章20-25節</vt:lpstr>
      <vt:lpstr>PowerPoint 簡報</vt:lpstr>
      <vt:lpstr>士師記十六章20-25節</vt:lpstr>
      <vt:lpstr>士師記十六章20-25節</vt:lpstr>
      <vt:lpstr>士師記十六章20-25節</vt:lpstr>
      <vt:lpstr>五、謙卑悔改帶來翻轉</vt:lpstr>
      <vt:lpstr>雅各書四章6-10節</vt:lpstr>
      <vt:lpstr>雅各書四章6-10節</vt:lpstr>
      <vt:lpstr>雅各書四章6-10節</vt:lpstr>
      <vt:lpstr>雅各書四章6-10節</vt:lpstr>
      <vt:lpstr>雅各書四章6-10節</vt:lpstr>
      <vt:lpstr>五、謙卑悔改帶來翻轉</vt:lpstr>
      <vt:lpstr>約翰一書二章15-17節</vt:lpstr>
      <vt:lpstr>約翰一書二章15-17節</vt:lpstr>
      <vt:lpstr>約翰一書二章15-17節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祢是我的一切(1/6)</dc:title>
  <dc:creator>SINA</dc:creator>
  <cp:lastModifiedBy>新竹 合一堂</cp:lastModifiedBy>
  <cp:revision>1607</cp:revision>
  <dcterms:created xsi:type="dcterms:W3CDTF">2014-01-19T01:14:18Z</dcterms:created>
  <dcterms:modified xsi:type="dcterms:W3CDTF">2025-09-27T07:58:50Z</dcterms:modified>
</cp:coreProperties>
</file>