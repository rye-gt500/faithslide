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10"/>
  </p:notesMasterIdLst>
  <p:sldIdLst>
    <p:sldId id="3138" r:id="rId4"/>
    <p:sldId id="523" r:id="rId5"/>
    <p:sldId id="979" r:id="rId6"/>
    <p:sldId id="3205" r:id="rId7"/>
    <p:sldId id="3275" r:id="rId8"/>
    <p:sldId id="3277" r:id="rId9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35B"/>
    <a:srgbClr val="7030A0"/>
    <a:srgbClr val="002060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89902" autoAdjust="0"/>
  </p:normalViewPr>
  <p:slideViewPr>
    <p:cSldViewPr>
      <p:cViewPr varScale="1">
        <p:scale>
          <a:sx n="57" d="100"/>
          <a:sy n="57" d="100"/>
        </p:scale>
        <p:origin x="72" y="1230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2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3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我們原是祂的工作，在基督耶穌裡造成的，為要叫我們行善，就是　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46531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你是神的傑作！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神翻轉生命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216373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DB1A-CE87-94A7-1D6E-9AE25DB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14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7591-33B2-1239-CD58-B493DFE8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DF297-7216-0716-A585-305D7152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2C540-9CDE-68C4-9E40-3ECED022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(2)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成兒子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(3)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得赦罪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(4)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知神旨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706"/>
      </p:ext>
    </p:extLst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6053</TotalTime>
  <Words>173</Words>
  <Application>Microsoft Office PowerPoint</Application>
  <PresentationFormat>寬螢幕</PresentationFormat>
  <Paragraphs>19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華康中黑體(P)-UN</vt:lpstr>
      <vt:lpstr>華康行楷體 Std W5</vt:lpstr>
      <vt:lpstr>Microsoft JhengHei</vt:lpstr>
      <vt:lpstr>Microsoft JhengHei</vt:lpstr>
      <vt:lpstr>Arial</vt:lpstr>
      <vt:lpstr>Calibri</vt:lpstr>
      <vt:lpstr>Times New Roman</vt:lpstr>
      <vt:lpstr>202204PPT底圖</vt:lpstr>
      <vt:lpstr>202212背景</vt:lpstr>
      <vt:lpstr>202106範本</vt:lpstr>
      <vt:lpstr>以弗所書二章10節</vt:lpstr>
      <vt:lpstr>PowerPoint 簡報</vt:lpstr>
      <vt:lpstr>PowerPoint 簡報</vt:lpstr>
      <vt:lpstr>一、神翻轉生命</vt:lpstr>
      <vt:lpstr>一、神翻轉生命</vt:lpstr>
      <vt:lpstr>一、神翻轉生命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承叡 郭</cp:lastModifiedBy>
  <cp:revision>1678</cp:revision>
  <dcterms:created xsi:type="dcterms:W3CDTF">2014-01-19T01:14:18Z</dcterms:created>
  <dcterms:modified xsi:type="dcterms:W3CDTF">2025-10-05T08:43:06Z</dcterms:modified>
</cp:coreProperties>
</file>