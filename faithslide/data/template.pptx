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138" r:id="rId4"/>
    <p:sldId id="523" r:id="rId5"/>
    <p:sldId id="979" r:id="rId6"/>
    <p:sldId id="3205" r:id="rId7"/>
    <p:sldId id="3275" r:id="rId8"/>
    <p:sldId id="3266" r:id="rId9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63" autoAdjust="0"/>
    <p:restoredTop sz="89902" autoAdjust="0"/>
  </p:normalViewPr>
  <p:slideViewPr>
    <p:cSldViewPr>
      <p:cViewPr varScale="1">
        <p:scale>
          <a:sx n="54" d="100"/>
          <a:sy n="54" d="100"/>
        </p:scale>
        <p:origin x="114" y="246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70A8-9D44-F8E1-1B1C-98703864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1-3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你們死在過犯罪惡之中，他叫你們活過來。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499246759"/>
      </p:ext>
    </p:extLst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6058</TotalTime>
  <Words>153</Words>
  <Application>Microsoft Office PowerPoint</Application>
  <PresentationFormat>寬螢幕</PresentationFormat>
  <Paragraphs>16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微軟正黑體</vt:lpstr>
      <vt:lpstr>微軟正黑體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以弗所書二章1-3節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1679</cp:revision>
  <dcterms:created xsi:type="dcterms:W3CDTF">2014-01-19T01:14:18Z</dcterms:created>
  <dcterms:modified xsi:type="dcterms:W3CDTF">2025-10-25T12:44:28Z</dcterms:modified>
</cp:coreProperties>
</file>