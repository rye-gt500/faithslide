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278" r:id="rId17"/>
    <p:sldId id="3279" r:id="rId18"/>
    <p:sldId id="3280" r:id="rId19"/>
    <p:sldId id="3281" r:id="rId20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3" autoAdjust="0"/>
    <p:restoredTop sz="89902" autoAdjust="0"/>
  </p:normalViewPr>
  <p:slideViewPr>
    <p:cSldViewPr>
      <p:cViewPr varScale="1">
        <p:scale>
          <a:sx n="57" d="100"/>
          <a:sy n="57" d="100"/>
        </p:scale>
        <p:origin x="72" y="1230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7591-33B2-1239-CD58-B493DFE8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ADF297-7216-0716-A585-305D7152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F2C540-9CDE-68C4-9E40-3ECED022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從敗壞到美好</a:t>
            </a:r>
            <a:endParaRPr lang="en-US" altLang="zh-TW" dirty="0"/>
          </a:p>
          <a:p>
            <a:pPr algn="ctr"/>
            <a:r>
              <a:rPr lang="en-US" altLang="zh-TW" dirty="0"/>
              <a:t>(1)</a:t>
            </a:r>
            <a:r>
              <a:rPr lang="zh-TW" altLang="zh-TW" dirty="0"/>
              <a:t>得揀選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(2)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成兒子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(3)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得赦罪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(4)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知神旨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(5)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得基業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(6)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得聖靈</a:t>
            </a:r>
            <a:endParaRPr lang="zh-TW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4970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求我們主耶穌基督的　神，榮耀的父，將那賜人智慧和啟示的靈賞給你們，使你們真知道祂，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並且照明你們心中的眼睛，使你們知道祂的恩召有何等指望，祂在聖徒中得的基業有何等豐盛的榮耀；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以弗所書一章17-19節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並知道祂向我們這信的人所顯的能力是何等浩大</a:t>
            </a:r>
            <a:endParaRPr lang="zh-TW" alt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6053</TotalTime>
  <Words>173</Words>
  <Application>Microsoft Office PowerPoint</Application>
  <PresentationFormat>寬螢幕</PresentationFormat>
  <Paragraphs>19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Microsoft JhengHei</vt:lpstr>
      <vt:lpstr>Microsoft JhengHei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一、神翻轉生命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1678</cp:revision>
  <dcterms:created xsi:type="dcterms:W3CDTF">2014-01-19T01:14:18Z</dcterms:created>
  <dcterms:modified xsi:type="dcterms:W3CDTF">2025-10-05T08:43:06Z</dcterms:modified>
</cp:coreProperties>
</file>